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0D305-584D-05C2-677A-39ED58C4C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AF6CB-5701-190A-C40C-297C44F5B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ED7AE-0080-EE5A-FC9C-5BB74073F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DE0AE-F2FA-2669-C718-8E9E80A1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31D56-977A-2B5E-C3AD-1EB7BDD8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48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162B-B5E2-1ECD-C897-6373E0DDE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CB8C9-5EC1-E6EF-EAC9-B3436AC70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072E1-EA51-5800-8733-BD644F9C9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FDCD9-2C34-A81D-30AF-78AABDA5B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59AC1-7F7D-44B9-5FF1-CA49DD95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16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22CD1-458B-D88C-C860-88D4E015C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73217-7020-2363-F225-01A2BFC93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1B399-5976-6165-C657-57C99827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CF050-F224-3C95-AA13-07D9AEDF7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12398-61E9-13AC-EF3B-318B4540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52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62A91-6E53-0EED-789E-C5C636853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2A06-64FF-998C-43D3-4CF2DCF28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97793-50DF-5B17-EF60-1D5E2D5A3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54100-26F9-4FEA-E164-CF9580DE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58E9B-7D35-45E3-D6E4-7D4564EC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473E8-14EC-B03C-4650-D36608A5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56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D12C7-7B7C-A476-2601-E95253E4A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49872-51CD-C98E-3418-6429ACCBD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EFBFC-D3AA-7E4A-C83F-30F892953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CB033-1BF8-2F9A-EA39-C27B60314D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57E101-1D18-9C6A-9ACF-1B47DD9A0E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722906-8499-802B-CEDA-BE389C31B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75BA20-D667-4897-E9F3-7AC0295F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D6AC2-90EC-4648-B748-AC3549E56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14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BE03-0E33-0096-452D-B0A36697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1EDC55-66FD-53E2-FD67-939416D8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7C8587-60F7-2C7C-72EC-3D0ED341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92854-7ECD-ABC7-1B25-720ACF24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4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0843F-EE97-2FA5-FD01-2DF0E2DB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C93FAF-D870-8042-1AA6-DBC6339E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39832-C497-C781-EDA8-0CE165B0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03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8198-D360-26D7-1C61-58B832051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C9BBB-EA8F-AD13-47EF-4EA14B9E5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EC5BF-F5CE-137D-58B6-6CB0DD77C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D56E3-CBCB-4F35-73DE-127D19A7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C2C37-5B44-A05C-C52B-B9B263B2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61143-4738-EB91-EFFD-D4282885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0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4747-C61E-BECF-5A7E-FD80382A8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F7DBA-619C-661E-F6D3-0DAD1C5EDA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82C54-2C15-782E-B402-F9C8C32C5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9CB3B-4226-DC3B-E2E2-EA0626D2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0F5E7-67E5-C412-7CDE-E70135CE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82949-EF9C-A8A7-8AB3-84F995FF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8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6925-B6FB-1E70-3E24-AB977BCC1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ED8F8-C637-92B6-0DD1-06BB031AF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E4D7B-4165-7C75-FFCA-EDEB7D447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7FA4D-E5F0-F2EC-154A-EAAC2786E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AFC76-3B95-A3BB-BCAF-4363347F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28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8FF8CA-11FB-A778-F083-D0EABB1B4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74362-28F4-0EA9-BEE9-F2778FC64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7F96C-EF94-4CDD-92E5-08366E380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26A2A-5E25-2696-5A43-E17DFC2C6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FEA27-3FC1-FB1A-31C1-6920842E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59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F10AF-3789-5B87-9B57-EA6FA352E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AAA52-0688-FEDD-5DA2-6C0BA5BED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B04C7-DE84-BEE1-1780-71D85BBA5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0BA26-362F-E2EB-E61C-3FA814BE5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00EAD-EF57-347B-D790-0D9DC77CA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0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8705-49D9-80F8-B7FE-EFFC57EB66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</a:t>
            </a:r>
            <a:r>
              <a:rPr lang="en-US" dirty="0" err="1"/>
              <a:t>powerpoint</a:t>
            </a:r>
            <a:r>
              <a:rPr lang="en-US" dirty="0"/>
              <a:t>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36884-783F-32D4-B76C-ED5C8CFB7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7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4B77-6BD1-ACB9-6E5E-1A4823794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5B897-5236-321B-2885-4B2C9A7E1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</p:txBody>
      </p:sp>
    </p:spTree>
    <p:extLst>
      <p:ext uri="{BB962C8B-B14F-4D97-AF65-F5344CB8AC3E}">
        <p14:creationId xmlns:p14="http://schemas.microsoft.com/office/powerpoint/2010/main" val="235504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670C-C2C5-2AC5-B485-D4F512E0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3731-FF61-7954-4A8E-C9D51F707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448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5544-19C6-7F86-78AC-552CBA293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AA7B0E-D592-14CB-66E6-9AE191A7AC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905794"/>
            <a:ext cx="6096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27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Test powerpoint 1</vt:lpstr>
      <vt:lpstr>Hyphenated paragraphs</vt:lpstr>
      <vt:lpstr>Hyphenated paragraphs 2</vt:lpstr>
      <vt:lpstr>Missing Alt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Edgil</dc:creator>
  <cp:lastModifiedBy>Lily Edgil</cp:lastModifiedBy>
  <cp:revision>1</cp:revision>
  <dcterms:created xsi:type="dcterms:W3CDTF">2026-02-19T16:11:30Z</dcterms:created>
  <dcterms:modified xsi:type="dcterms:W3CDTF">2026-02-19T16:14:12Z</dcterms:modified>
</cp:coreProperties>
</file>