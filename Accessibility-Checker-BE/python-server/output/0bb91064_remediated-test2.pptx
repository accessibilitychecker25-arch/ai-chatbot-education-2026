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D305-584D-05C2-677A-39ED58C4C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AF6CB-5701-190A-C40C-297C44F5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D7AE-0080-EE5A-FC9C-5BB74073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DE0AE-F2FA-2669-C718-8E9E80A1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D56-977A-2B5E-C3AD-1EB7BDD8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62B-B5E2-1ECD-C897-6373E0DD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8C9-5EC1-E6EF-EAC9-B3436AC7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72E1-EA51-5800-8733-BD644F9C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DCD9-2C34-A81D-30AF-78AABDA5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59AC1-7F7D-44B9-5FF1-CA49DD95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1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2CD1-458B-D88C-C860-88D4E015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73217-7020-2363-F225-01A2BFC93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B399-5976-6165-C657-57C9982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F050-F224-3C95-AA13-07D9AEDF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12398-61E9-13AC-EF3B-318B4540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2A91-6E53-0EED-789E-C5C63685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2A06-64FF-998C-43D3-4CF2DCF28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7793-50DF-5B17-EF60-1D5E2D5A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4100-26F9-4FEA-E164-CF9580DE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58E9B-7D35-45E3-D6E4-7D4564EC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473E8-14EC-B03C-4650-D36608A5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12C7-7B7C-A476-2601-E95253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9872-51CD-C98E-3418-6429ACCB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EFBFC-D3AA-7E4A-C83F-30F89295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CB033-1BF8-2F9A-EA39-C27B6031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7E101-1D18-9C6A-9ACF-1B47DD9A0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22906-8499-802B-CEDA-BE389C31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5BA20-D667-4897-E9F3-7AC0295F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D6AC2-90EC-4648-B748-AC3549E5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BE03-0E33-0096-452D-B0A3669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DC55-66FD-53E2-FD67-939416D8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C8587-60F7-2C7C-72EC-3D0ED341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92854-7ECD-ABC7-1B25-720ACF24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0843F-EE97-2FA5-FD01-2DF0E2DB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93FAF-D870-8042-1AA6-DBC6339E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39832-C497-C781-EDA8-0CE165B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198-D360-26D7-1C61-58B83205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9BBB-EA8F-AD13-47EF-4EA14B9E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EC5BF-F5CE-137D-58B6-6CB0DD77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D56E3-CBCB-4F35-73DE-127D19A7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C2C37-5B44-A05C-C52B-B9B263B2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61143-4738-EB91-EFFD-D428288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0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4747-C61E-BECF-5A7E-FD80382A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7DBA-619C-661E-F6D3-0DAD1C5ED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82C54-2C15-782E-B402-F9C8C32C5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CB3B-4226-DC3B-E2E2-EA0626D2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F5E7-67E5-C412-7CDE-E70135CE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82949-EF9C-A8A7-8AB3-84F995F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6925-B6FB-1E70-3E24-AB977BCC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D8F8-C637-92B6-0DD1-06BB031AF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4D7B-4165-7C75-FFCA-EDEB7D44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7FA4D-E5F0-F2EC-154A-EAAC2786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AFC76-3B95-A3BB-BCAF-4363347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FF8CA-11FB-A778-F083-D0EABB1B4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74362-28F4-0EA9-BEE9-F2778FC64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F96C-EF94-4CDD-92E5-08366E38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6A2A-5E25-2696-5A43-E17DFC2C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EA27-3FC1-FB1A-31C1-6920842E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F10AF-3789-5B87-9B57-EA6FA352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AAA52-0688-FEDD-5DA2-6C0BA5B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04C7-DE84-BEE1-1780-71D85BBA5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9E3D4-224D-4DE0-9204-E16BFE32E31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BA26-362F-E2EB-E61C-3FA814BE5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0EAD-EF57-347B-D790-0D9DC77CA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pple-tree-apple-orchard-380196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1026" name="Picture 2" descr="A blue jay perched on a branch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794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5" name="Content Placeholder 4" descr="A bunch of red apples on a tree">
            <a:extLst>
              <a:ext uri="{FF2B5EF4-FFF2-40B4-BE49-F238E27FC236}">
                <a16:creationId xmlns:a16="http://schemas.microsoft.com/office/drawing/2014/main" id="{D9507CEF-4D54-4885-97F2-91E351F10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47723" y="1825625"/>
            <a:ext cx="6496554" cy="4351338"/>
          </a:xfrm>
        </p:spPr>
      </p:pic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4" name="Picture 2" descr="A man sitting at a desk working on his laptop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178" y="1825625"/>
            <a:ext cx="652364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2050" name="Picture 2" descr="A couple of men working on a construction site">
            <a:extLst>
              <a:ext uri="{FF2B5EF4-FFF2-40B4-BE49-F238E27FC236}">
                <a16:creationId xmlns:a16="http://schemas.microsoft.com/office/drawing/2014/main" id="{3470A2C9-F9BF-E5B1-CFD4-72415C4502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91" y="1825625"/>
            <a:ext cx="65246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3074" name="Picture 2" descr="The statue of liberty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698" y="1825625"/>
            <a:ext cx="70486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12" y="1825625"/>
            <a:ext cx="658877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Test powerpoint 1</vt:lpstr>
      <vt:lpstr>Hyphenated paragraphs</vt:lpstr>
      <vt:lpstr>Hyphenated paragraphs 2</vt:lpstr>
      <vt:lpstr>Missing Alt Text</vt:lpstr>
      <vt:lpstr>Missing Alt Text</vt:lpstr>
      <vt:lpstr>Missing Alt Text</vt:lpstr>
      <vt:lpstr>Missing Alt Text</vt:lpstr>
      <vt:lpstr>Missing Alt Text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2</cp:revision>
  <dcterms:created xsi:type="dcterms:W3CDTF">2026-02-19T16:11:30Z</dcterms:created>
  <dcterms:modified xsi:type="dcterms:W3CDTF">2026-03-05T01:08:53Z</dcterms:modified>
</cp:coreProperties>
</file>