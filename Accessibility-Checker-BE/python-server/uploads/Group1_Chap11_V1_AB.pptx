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301" r:id="rId13"/>
    <p:sldId id="268" r:id="rId14"/>
    <p:sldId id="302" r:id="rId15"/>
    <p:sldId id="303" r:id="rId16"/>
    <p:sldId id="269" r:id="rId17"/>
    <p:sldId id="276" r:id="rId18"/>
    <p:sldId id="293" r:id="rId19"/>
    <p:sldId id="295" r:id="rId20"/>
    <p:sldId id="296" r:id="rId21"/>
    <p:sldId id="297" r:id="rId22"/>
    <p:sldId id="298" r:id="rId23"/>
    <p:sldId id="299" r:id="rId24"/>
    <p:sldId id="300" r:id="rId25"/>
    <p:sldId id="283" r:id="rId26"/>
    <p:sldId id="284" r:id="rId27"/>
    <p:sldId id="285" r:id="rId28"/>
    <p:sldId id="290" r:id="rId29"/>
    <p:sldId id="288" r:id="rId30"/>
    <p:sldId id="289" r:id="rId31"/>
    <p:sldId id="291" r:id="rId32"/>
    <p:sldId id="292" r:id="rId33"/>
    <p:sldId id="304" r:id="rId34"/>
    <p:sldId id="277" r:id="rId35"/>
    <p:sldId id="278" r:id="rId36"/>
    <p:sldId id="280" r:id="rId37"/>
    <p:sldId id="281" r:id="rId38"/>
    <p:sldId id="282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089E8-0B00-A78D-80EA-CB08E7D165CB}" v="169" dt="2025-10-19T19:47:16.706"/>
    <p1510:client id="{77503202-5CFB-9875-8778-FC672966C51F}" v="117" dt="2025-10-18T23:36:11.720"/>
    <p1510:client id="{79D83F0D-6F1C-C6AF-1D57-B2F69B71148C}" v="1" dt="2025-10-18T20:41:06.424"/>
    <p1510:client id="{91FF03D6-1F8B-BEB8-2513-687D064ECFE5}" v="4" dt="2025-10-19T19:38:41.853"/>
    <p1510:client id="{EF870E1B-AD88-4700-DC9E-48D80874189A}" v="152" dt="2025-10-19T03:34:41.480"/>
    <p1510:client id="{F0DEA9B7-56E7-4BC1-8941-88E324943670}" v="103" dt="2025-10-19T15:01:57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pn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hyperlink" Target="https://www.youtube.com/watch?v=kWPhg8wI5q0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pn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WPhg8wI5q0" TargetMode="External"/><Relationship Id="rId2" Type="http://schemas.openxmlformats.org/officeDocument/2006/relationships/image" Target="../media/image73.svg"/><Relationship Id="rId1" Type="http://schemas.openxmlformats.org/officeDocument/2006/relationships/image" Target="../media/image7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4C8E1-0858-490E-B994-404127FBF06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3E6E882-8716-4F06-A394-69DF0C5E690E}">
      <dgm:prSet/>
      <dgm:spPr/>
      <dgm:t>
        <a:bodyPr/>
        <a:lstStyle/>
        <a:p>
          <a:r>
            <a:rPr lang="en-US"/>
            <a:t>What?</a:t>
          </a:r>
        </a:p>
      </dgm:t>
    </dgm:pt>
    <dgm:pt modelId="{CFAC6077-989F-40EF-9B0B-52D38C34E4D0}" type="parTrans" cxnId="{920E128E-8B81-4BFD-B4CC-631F94AC51F1}">
      <dgm:prSet/>
      <dgm:spPr/>
      <dgm:t>
        <a:bodyPr/>
        <a:lstStyle/>
        <a:p>
          <a:endParaRPr lang="en-US"/>
        </a:p>
      </dgm:t>
    </dgm:pt>
    <dgm:pt modelId="{39690F7B-8BE7-4C6A-8DEE-8AA59821895D}" type="sibTrans" cxnId="{920E128E-8B81-4BFD-B4CC-631F94AC51F1}">
      <dgm:prSet/>
      <dgm:spPr/>
      <dgm:t>
        <a:bodyPr/>
        <a:lstStyle/>
        <a:p>
          <a:endParaRPr lang="en-US"/>
        </a:p>
      </dgm:t>
    </dgm:pt>
    <dgm:pt modelId="{274A5E79-D659-41ED-B826-E88E9B1A4C6F}">
      <dgm:prSet/>
      <dgm:spPr/>
      <dgm:t>
        <a:bodyPr/>
        <a:lstStyle/>
        <a:p>
          <a:r>
            <a:rPr lang="en-US">
              <a:latin typeface="Aptos Display" panose="02110004020202020204"/>
            </a:rPr>
            <a:t>State</a:t>
          </a:r>
          <a:r>
            <a:rPr lang="en-US"/>
            <a:t> what will be built and for whom </a:t>
          </a:r>
        </a:p>
      </dgm:t>
    </dgm:pt>
    <dgm:pt modelId="{47282224-2C6E-4E19-9896-24D6DC1B6AD8}" type="parTrans" cxnId="{91C99377-4980-4B64-B28D-9A55ECE81645}">
      <dgm:prSet/>
      <dgm:spPr/>
      <dgm:t>
        <a:bodyPr/>
        <a:lstStyle/>
        <a:p>
          <a:endParaRPr lang="en-US"/>
        </a:p>
      </dgm:t>
    </dgm:pt>
    <dgm:pt modelId="{25B0D607-CC1B-49E1-B803-D2C1BF9E573A}" type="sibTrans" cxnId="{91C99377-4980-4B64-B28D-9A55ECE81645}">
      <dgm:prSet/>
      <dgm:spPr/>
      <dgm:t>
        <a:bodyPr/>
        <a:lstStyle/>
        <a:p>
          <a:endParaRPr lang="en-US"/>
        </a:p>
      </dgm:t>
    </dgm:pt>
    <dgm:pt modelId="{A93935D6-13F5-448C-A15A-5DE492872B15}">
      <dgm:prSet/>
      <dgm:spPr/>
      <dgm:t>
        <a:bodyPr/>
        <a:lstStyle/>
        <a:p>
          <a:r>
            <a:rPr lang="en-US"/>
            <a:t>Capture Outcomes as </a:t>
          </a:r>
        </a:p>
      </dgm:t>
    </dgm:pt>
    <dgm:pt modelId="{EC44779A-A440-4F0E-996B-6BD0CC2FBA6E}" type="parTrans" cxnId="{C69FF9BC-9510-46DE-BC81-612C7560759E}">
      <dgm:prSet/>
      <dgm:spPr/>
      <dgm:t>
        <a:bodyPr/>
        <a:lstStyle/>
        <a:p>
          <a:endParaRPr lang="en-US"/>
        </a:p>
      </dgm:t>
    </dgm:pt>
    <dgm:pt modelId="{E43EF3C1-B5F1-4FFB-AD5D-03977E5A7918}" type="sibTrans" cxnId="{C69FF9BC-9510-46DE-BC81-612C7560759E}">
      <dgm:prSet/>
      <dgm:spPr/>
      <dgm:t>
        <a:bodyPr/>
        <a:lstStyle/>
        <a:p>
          <a:endParaRPr lang="en-US"/>
        </a:p>
      </dgm:t>
    </dgm:pt>
    <dgm:pt modelId="{9FBC02C5-748F-436E-9053-0797EB360429}">
      <dgm:prSet/>
      <dgm:spPr/>
      <dgm:t>
        <a:bodyPr/>
        <a:lstStyle/>
        <a:p>
          <a:r>
            <a:rPr lang="en-US"/>
            <a:t>Requirement</a:t>
          </a:r>
        </a:p>
      </dgm:t>
    </dgm:pt>
    <dgm:pt modelId="{085E6B11-7429-4FB1-A06B-96AB093D5D18}" type="parTrans" cxnId="{8FB614C0-1D83-42B3-BEFC-11E16BD13F52}">
      <dgm:prSet/>
      <dgm:spPr/>
      <dgm:t>
        <a:bodyPr/>
        <a:lstStyle/>
        <a:p>
          <a:endParaRPr lang="en-US"/>
        </a:p>
      </dgm:t>
    </dgm:pt>
    <dgm:pt modelId="{11F66D9E-5ECE-4C88-A167-F479863FC9E8}" type="sibTrans" cxnId="{8FB614C0-1D83-42B3-BEFC-11E16BD13F52}">
      <dgm:prSet/>
      <dgm:spPr/>
      <dgm:t>
        <a:bodyPr/>
        <a:lstStyle/>
        <a:p>
          <a:endParaRPr lang="en-US"/>
        </a:p>
      </dgm:t>
    </dgm:pt>
    <dgm:pt modelId="{77E9D220-A2DE-4FAE-84FB-AFD0BB3CCA10}">
      <dgm:prSet/>
      <dgm:spPr/>
      <dgm:t>
        <a:bodyPr/>
        <a:lstStyle/>
        <a:p>
          <a:r>
            <a:rPr lang="en-US"/>
            <a:t>Artifacts</a:t>
          </a:r>
        </a:p>
      </dgm:t>
    </dgm:pt>
    <dgm:pt modelId="{73F623A4-C388-41C1-9E0B-BF3C459C58B4}" type="parTrans" cxnId="{BC0A8689-05E5-49B4-9750-E4C40EBA69AF}">
      <dgm:prSet/>
      <dgm:spPr/>
      <dgm:t>
        <a:bodyPr/>
        <a:lstStyle/>
        <a:p>
          <a:endParaRPr lang="en-US"/>
        </a:p>
      </dgm:t>
    </dgm:pt>
    <dgm:pt modelId="{5B2A2838-2D77-4608-B72B-37A760827F4A}" type="sibTrans" cxnId="{BC0A8689-05E5-49B4-9750-E4C40EBA69AF}">
      <dgm:prSet/>
      <dgm:spPr/>
      <dgm:t>
        <a:bodyPr/>
        <a:lstStyle/>
        <a:p>
          <a:endParaRPr lang="en-US"/>
        </a:p>
      </dgm:t>
    </dgm:pt>
    <dgm:pt modelId="{EC9D91CA-9C02-4BD1-B9E2-7331D377BF86}">
      <dgm:prSet/>
      <dgm:spPr/>
      <dgm:t>
        <a:bodyPr/>
        <a:lstStyle/>
        <a:p>
          <a:r>
            <a:rPr lang="en-US"/>
            <a:t>How (Capture)</a:t>
          </a:r>
        </a:p>
      </dgm:t>
    </dgm:pt>
    <dgm:pt modelId="{87DCB6A6-FF13-40BE-B8C6-AD144FCB3D99}" type="parTrans" cxnId="{EA0D9E60-1DEE-4157-B2DC-63CC5E1051B4}">
      <dgm:prSet/>
      <dgm:spPr/>
      <dgm:t>
        <a:bodyPr/>
        <a:lstStyle/>
        <a:p>
          <a:endParaRPr lang="en-US"/>
        </a:p>
      </dgm:t>
    </dgm:pt>
    <dgm:pt modelId="{0920B7E2-1FED-41ED-B89E-A05CE4D917E4}" type="sibTrans" cxnId="{EA0D9E60-1DEE-4157-B2DC-63CC5E1051B4}">
      <dgm:prSet/>
      <dgm:spPr/>
      <dgm:t>
        <a:bodyPr/>
        <a:lstStyle/>
        <a:p>
          <a:endParaRPr lang="en-US"/>
        </a:p>
      </dgm:t>
    </dgm:pt>
    <dgm:pt modelId="{102FCF17-94B0-4B2F-B65F-036BC1C85761}">
      <dgm:prSet/>
      <dgm:spPr/>
      <dgm:t>
        <a:bodyPr/>
        <a:lstStyle/>
        <a:p>
          <a:r>
            <a:rPr lang="en-US"/>
            <a:t>Choose representation that fit the domain (prototype, stories, etc.)</a:t>
          </a:r>
        </a:p>
      </dgm:t>
    </dgm:pt>
    <dgm:pt modelId="{ED17607E-F3C8-46EE-A79B-ABC4616EB386}" type="parTrans" cxnId="{40D32071-766E-4B84-B8D6-989D609940C5}">
      <dgm:prSet/>
      <dgm:spPr/>
      <dgm:t>
        <a:bodyPr/>
        <a:lstStyle/>
        <a:p>
          <a:endParaRPr lang="en-US"/>
        </a:p>
      </dgm:t>
    </dgm:pt>
    <dgm:pt modelId="{7E599FD3-5B68-471D-A904-289B74AA5BA6}" type="sibTrans" cxnId="{40D32071-766E-4B84-B8D6-989D609940C5}">
      <dgm:prSet/>
      <dgm:spPr/>
      <dgm:t>
        <a:bodyPr/>
        <a:lstStyle/>
        <a:p>
          <a:endParaRPr lang="en-US"/>
        </a:p>
      </dgm:t>
    </dgm:pt>
    <dgm:pt modelId="{2B491CAE-D7AC-443E-9969-0370FCA8FC54}">
      <dgm:prSet/>
      <dgm:spPr/>
      <dgm:t>
        <a:bodyPr/>
        <a:lstStyle/>
        <a:p>
          <a:r>
            <a:rPr lang="en-US">
              <a:solidFill>
                <a:srgbClr val="FF0000"/>
              </a:solidFill>
            </a:rPr>
            <a:t>BUT! Make sure needs aren’t lost across iterations</a:t>
          </a:r>
        </a:p>
      </dgm:t>
    </dgm:pt>
    <dgm:pt modelId="{53254244-A412-4973-B154-4C6866DA2446}" type="parTrans" cxnId="{6A310F94-B065-4660-AFD2-0FF13F6A8DC1}">
      <dgm:prSet/>
      <dgm:spPr/>
      <dgm:t>
        <a:bodyPr/>
        <a:lstStyle/>
        <a:p>
          <a:endParaRPr lang="en-US"/>
        </a:p>
      </dgm:t>
    </dgm:pt>
    <dgm:pt modelId="{07271D41-8F57-4604-A94D-C1EB3DB4F546}" type="sibTrans" cxnId="{6A310F94-B065-4660-AFD2-0FF13F6A8DC1}">
      <dgm:prSet/>
      <dgm:spPr/>
      <dgm:t>
        <a:bodyPr/>
        <a:lstStyle/>
        <a:p>
          <a:endParaRPr lang="en-US"/>
        </a:p>
      </dgm:t>
    </dgm:pt>
    <dgm:pt modelId="{450789E8-8A03-4143-814A-68587CD38A7B}" type="pres">
      <dgm:prSet presAssocID="{2874C8E1-0858-490E-B994-404127FBF06C}" presName="linear" presStyleCnt="0">
        <dgm:presLayoutVars>
          <dgm:animLvl val="lvl"/>
          <dgm:resizeHandles val="exact"/>
        </dgm:presLayoutVars>
      </dgm:prSet>
      <dgm:spPr/>
    </dgm:pt>
    <dgm:pt modelId="{15FE17AC-0EE4-481D-B0E9-5D10B836D7CB}" type="pres">
      <dgm:prSet presAssocID="{63E6E882-8716-4F06-A394-69DF0C5E69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7F666A-0217-43E5-B12B-0109AF5FDD17}" type="pres">
      <dgm:prSet presAssocID="{63E6E882-8716-4F06-A394-69DF0C5E690E}" presName="childText" presStyleLbl="revTx" presStyleIdx="0" presStyleCnt="2">
        <dgm:presLayoutVars>
          <dgm:bulletEnabled val="1"/>
        </dgm:presLayoutVars>
      </dgm:prSet>
      <dgm:spPr/>
    </dgm:pt>
    <dgm:pt modelId="{080ED0D8-41DE-46DA-BF1D-76B46DEA2513}" type="pres">
      <dgm:prSet presAssocID="{EC9D91CA-9C02-4BD1-B9E2-7331D377BF8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55AC8C8-40FC-4804-ACAA-6BAA3AA4B6C9}" type="pres">
      <dgm:prSet presAssocID="{EC9D91CA-9C02-4BD1-B9E2-7331D377BF8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F904401-63F3-4775-A4EF-488A158A5965}" type="presOf" srcId="{274A5E79-D659-41ED-B826-E88E9B1A4C6F}" destId="{007F666A-0217-43E5-B12B-0109AF5FDD17}" srcOrd="0" destOrd="0" presId="urn:microsoft.com/office/officeart/2005/8/layout/vList2"/>
    <dgm:cxn modelId="{4D8B7014-F986-46BC-8B5B-FD7703E379B4}" type="presOf" srcId="{2B491CAE-D7AC-443E-9969-0370FCA8FC54}" destId="{D55AC8C8-40FC-4804-ACAA-6BAA3AA4B6C9}" srcOrd="0" destOrd="1" presId="urn:microsoft.com/office/officeart/2005/8/layout/vList2"/>
    <dgm:cxn modelId="{57AD5524-7B69-4CEC-84FE-E0FCBA69A3E9}" type="presOf" srcId="{77E9D220-A2DE-4FAE-84FB-AFD0BB3CCA10}" destId="{007F666A-0217-43E5-B12B-0109AF5FDD17}" srcOrd="0" destOrd="3" presId="urn:microsoft.com/office/officeart/2005/8/layout/vList2"/>
    <dgm:cxn modelId="{ECF15B37-5680-40E4-B28E-F36FFCE0AE2F}" type="presOf" srcId="{A93935D6-13F5-448C-A15A-5DE492872B15}" destId="{007F666A-0217-43E5-B12B-0109AF5FDD17}" srcOrd="0" destOrd="1" presId="urn:microsoft.com/office/officeart/2005/8/layout/vList2"/>
    <dgm:cxn modelId="{6BB56C40-C245-4EB5-B723-61F0D8CAB562}" type="presOf" srcId="{102FCF17-94B0-4B2F-B65F-036BC1C85761}" destId="{D55AC8C8-40FC-4804-ACAA-6BAA3AA4B6C9}" srcOrd="0" destOrd="0" presId="urn:microsoft.com/office/officeart/2005/8/layout/vList2"/>
    <dgm:cxn modelId="{EA0D9E60-1DEE-4157-B2DC-63CC5E1051B4}" srcId="{2874C8E1-0858-490E-B994-404127FBF06C}" destId="{EC9D91CA-9C02-4BD1-B9E2-7331D377BF86}" srcOrd="1" destOrd="0" parTransId="{87DCB6A6-FF13-40BE-B8C6-AD144FCB3D99}" sibTransId="{0920B7E2-1FED-41ED-B89E-A05CE4D917E4}"/>
    <dgm:cxn modelId="{B05B4F61-0CA4-4158-8BB2-A6D7AA6AC371}" type="presOf" srcId="{EC9D91CA-9C02-4BD1-B9E2-7331D377BF86}" destId="{080ED0D8-41DE-46DA-BF1D-76B46DEA2513}" srcOrd="0" destOrd="0" presId="urn:microsoft.com/office/officeart/2005/8/layout/vList2"/>
    <dgm:cxn modelId="{40D32071-766E-4B84-B8D6-989D609940C5}" srcId="{EC9D91CA-9C02-4BD1-B9E2-7331D377BF86}" destId="{102FCF17-94B0-4B2F-B65F-036BC1C85761}" srcOrd="0" destOrd="0" parTransId="{ED17607E-F3C8-46EE-A79B-ABC4616EB386}" sibTransId="{7E599FD3-5B68-471D-A904-289B74AA5BA6}"/>
    <dgm:cxn modelId="{91C99377-4980-4B64-B28D-9A55ECE81645}" srcId="{63E6E882-8716-4F06-A394-69DF0C5E690E}" destId="{274A5E79-D659-41ED-B826-E88E9B1A4C6F}" srcOrd="0" destOrd="0" parTransId="{47282224-2C6E-4E19-9896-24D6DC1B6AD8}" sibTransId="{25B0D607-CC1B-49E1-B803-D2C1BF9E573A}"/>
    <dgm:cxn modelId="{BC0A8689-05E5-49B4-9750-E4C40EBA69AF}" srcId="{A93935D6-13F5-448C-A15A-5DE492872B15}" destId="{77E9D220-A2DE-4FAE-84FB-AFD0BB3CCA10}" srcOrd="1" destOrd="0" parTransId="{73F623A4-C388-41C1-9E0B-BF3C459C58B4}" sibTransId="{5B2A2838-2D77-4608-B72B-37A760827F4A}"/>
    <dgm:cxn modelId="{920E128E-8B81-4BFD-B4CC-631F94AC51F1}" srcId="{2874C8E1-0858-490E-B994-404127FBF06C}" destId="{63E6E882-8716-4F06-A394-69DF0C5E690E}" srcOrd="0" destOrd="0" parTransId="{CFAC6077-989F-40EF-9B0B-52D38C34E4D0}" sibTransId="{39690F7B-8BE7-4C6A-8DEE-8AA59821895D}"/>
    <dgm:cxn modelId="{6A310F94-B065-4660-AFD2-0FF13F6A8DC1}" srcId="{EC9D91CA-9C02-4BD1-B9E2-7331D377BF86}" destId="{2B491CAE-D7AC-443E-9969-0370FCA8FC54}" srcOrd="1" destOrd="0" parTransId="{53254244-A412-4973-B154-4C6866DA2446}" sibTransId="{07271D41-8F57-4604-A94D-C1EB3DB4F546}"/>
    <dgm:cxn modelId="{ECE3FC9A-5D05-4C06-92B3-FFEF5A50E5EB}" type="presOf" srcId="{2874C8E1-0858-490E-B994-404127FBF06C}" destId="{450789E8-8A03-4143-814A-68587CD38A7B}" srcOrd="0" destOrd="0" presId="urn:microsoft.com/office/officeart/2005/8/layout/vList2"/>
    <dgm:cxn modelId="{C69FF9BC-9510-46DE-BC81-612C7560759E}" srcId="{63E6E882-8716-4F06-A394-69DF0C5E690E}" destId="{A93935D6-13F5-448C-A15A-5DE492872B15}" srcOrd="1" destOrd="0" parTransId="{EC44779A-A440-4F0E-996B-6BD0CC2FBA6E}" sibTransId="{E43EF3C1-B5F1-4FFB-AD5D-03977E5A7918}"/>
    <dgm:cxn modelId="{8FB614C0-1D83-42B3-BEFC-11E16BD13F52}" srcId="{A93935D6-13F5-448C-A15A-5DE492872B15}" destId="{9FBC02C5-748F-436E-9053-0797EB360429}" srcOrd="0" destOrd="0" parTransId="{085E6B11-7429-4FB1-A06B-96AB093D5D18}" sibTransId="{11F66D9E-5ECE-4C88-A167-F479863FC9E8}"/>
    <dgm:cxn modelId="{9B420AD4-CB73-47C2-95FB-33EA284178B8}" type="presOf" srcId="{9FBC02C5-748F-436E-9053-0797EB360429}" destId="{007F666A-0217-43E5-B12B-0109AF5FDD17}" srcOrd="0" destOrd="2" presId="urn:microsoft.com/office/officeart/2005/8/layout/vList2"/>
    <dgm:cxn modelId="{E536FCFA-8EBB-4641-8A0F-10EAA09D94DC}" type="presOf" srcId="{63E6E882-8716-4F06-A394-69DF0C5E690E}" destId="{15FE17AC-0EE4-481D-B0E9-5D10B836D7CB}" srcOrd="0" destOrd="0" presId="urn:microsoft.com/office/officeart/2005/8/layout/vList2"/>
    <dgm:cxn modelId="{294A63B4-C4D9-4748-953B-D04F658ED9D7}" type="presParOf" srcId="{450789E8-8A03-4143-814A-68587CD38A7B}" destId="{15FE17AC-0EE4-481D-B0E9-5D10B836D7CB}" srcOrd="0" destOrd="0" presId="urn:microsoft.com/office/officeart/2005/8/layout/vList2"/>
    <dgm:cxn modelId="{AF38DE11-55AE-47FB-8648-81893F33EDCF}" type="presParOf" srcId="{450789E8-8A03-4143-814A-68587CD38A7B}" destId="{007F666A-0217-43E5-B12B-0109AF5FDD17}" srcOrd="1" destOrd="0" presId="urn:microsoft.com/office/officeart/2005/8/layout/vList2"/>
    <dgm:cxn modelId="{C24A9FCF-9E64-4D81-9CAA-DA3D657BE602}" type="presParOf" srcId="{450789E8-8A03-4143-814A-68587CD38A7B}" destId="{080ED0D8-41DE-46DA-BF1D-76B46DEA2513}" srcOrd="2" destOrd="0" presId="urn:microsoft.com/office/officeart/2005/8/layout/vList2"/>
    <dgm:cxn modelId="{19A67562-114F-40F7-BD16-A49F47358B31}" type="presParOf" srcId="{450789E8-8A03-4143-814A-68587CD38A7B}" destId="{D55AC8C8-40FC-4804-ACAA-6BAA3AA4B6C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EDCBB6-06E1-45AF-AE8A-8D76DE70A0E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C700A70-C541-4117-8E30-8025568D66D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“A statement about an intended product specifying what it should do or how it will perform” (e.g., map load &lt; 05s, “appealing to teenagers”)</a:t>
          </a:r>
          <a:endParaRPr lang="en-US" sz="24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D4235067-AD32-4F28-A150-C0F813D5898F}" type="parTrans" cxnId="{0B1FEB0C-F227-45C7-A9A0-AD3C314113A8}">
      <dgm:prSet/>
      <dgm:spPr/>
      <dgm:t>
        <a:bodyPr/>
        <a:lstStyle/>
        <a:p>
          <a:endParaRPr lang="en-US"/>
        </a:p>
      </dgm:t>
    </dgm:pt>
    <dgm:pt modelId="{665F8235-F007-41F0-A0B9-138410AB9033}" type="sibTrans" cxnId="{0B1FEB0C-F227-45C7-A9A0-AD3C314113A8}">
      <dgm:prSet/>
      <dgm:spPr/>
      <dgm:t>
        <a:bodyPr/>
        <a:lstStyle/>
        <a:p>
          <a:endParaRPr lang="en-US"/>
        </a:p>
      </dgm:t>
    </dgm:pt>
    <dgm:pt modelId="{36F0B505-1DC7-46CC-9959-84493B4DF77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/>
              <a:ea typeface="+mn-ea"/>
              <a:cs typeface="+mn-cs"/>
            </a:rPr>
            <a:t>Use acceptance/ Fit Criteria to know when its met </a:t>
          </a:r>
        </a:p>
      </dgm:t>
    </dgm:pt>
    <dgm:pt modelId="{00B55BED-654B-488C-99D5-1D1D195DE9FD}" type="parTrans" cxnId="{A06F1E1F-2C86-449D-A364-DDF5CBA2C6A1}">
      <dgm:prSet/>
      <dgm:spPr/>
      <dgm:t>
        <a:bodyPr/>
        <a:lstStyle/>
        <a:p>
          <a:endParaRPr lang="en-US"/>
        </a:p>
      </dgm:t>
    </dgm:pt>
    <dgm:pt modelId="{4156AFA9-0799-45E9-A7B3-FCB65C9BFDAA}" type="sibTrans" cxnId="{A06F1E1F-2C86-449D-A364-DDF5CBA2C6A1}">
      <dgm:prSet/>
      <dgm:spPr/>
      <dgm:t>
        <a:bodyPr/>
        <a:lstStyle/>
        <a:p>
          <a:endParaRPr lang="en-US"/>
        </a:p>
      </dgm:t>
    </dgm:pt>
    <dgm:pt modelId="{D12CAC5B-81D8-4447-8BD6-C537EE676C5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600">
              <a:latin typeface="Aptos"/>
              <a:ea typeface="+mn-ea"/>
              <a:cs typeface="+mn-cs"/>
            </a:rPr>
            <a:t>For Example</a:t>
          </a:r>
          <a:endParaRPr lang="en-US" sz="2000">
            <a:latin typeface="Aptos"/>
            <a:ea typeface="+mn-ea"/>
            <a:cs typeface="+mn-cs"/>
          </a:endParaRPr>
        </a:p>
      </dgm:t>
    </dgm:pt>
    <dgm:pt modelId="{49BF4572-9D79-4A3E-8221-90DECEDB7AC7}" type="parTrans" cxnId="{598BF66A-A677-4094-A155-8BC1B8740165}">
      <dgm:prSet/>
      <dgm:spPr/>
    </dgm:pt>
    <dgm:pt modelId="{58A987E9-D519-46CD-BA8E-75183A7FD3DD}" type="sibTrans" cxnId="{598BF66A-A677-4094-A155-8BC1B8740165}">
      <dgm:prSet/>
      <dgm:spPr/>
    </dgm:pt>
    <dgm:pt modelId="{C9571355-B8C0-4A97-A9DF-1964D569ADA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200">
              <a:latin typeface="Aptos"/>
              <a:ea typeface="+mn-ea"/>
              <a:cs typeface="+mn-cs"/>
            </a:rPr>
            <a:t> Map loads in &lt; 0.5 s on watch --&gt; Performance Requirement</a:t>
          </a:r>
        </a:p>
      </dgm:t>
    </dgm:pt>
    <dgm:pt modelId="{427FF093-4DAB-46E7-B291-5E56846C0803}" type="parTrans" cxnId="{C9D74882-1067-442A-B986-06F2A3B74D4C}">
      <dgm:prSet/>
      <dgm:spPr/>
    </dgm:pt>
    <dgm:pt modelId="{E396B0AE-8E7F-4BC7-AB87-1D83A61C700C}" type="sibTrans" cxnId="{C9D74882-1067-442A-B986-06F2A3B74D4C}">
      <dgm:prSet/>
      <dgm:spPr/>
    </dgm:pt>
    <dgm:pt modelId="{C8BF7FC0-E225-4943-AD82-19FD3F81A6B9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200">
              <a:latin typeface="Aptos"/>
              <a:ea typeface="+mn-ea"/>
              <a:cs typeface="+mn-cs"/>
            </a:rPr>
            <a:t>Appealing to teenagers --&gt; Too vague</a:t>
          </a:r>
        </a:p>
      </dgm:t>
    </dgm:pt>
    <dgm:pt modelId="{25E612E5-0377-4CAA-90B9-7F0AA60D6365}" type="parTrans" cxnId="{5731B58E-B943-4262-AA24-14C07A796A5D}">
      <dgm:prSet/>
      <dgm:spPr/>
    </dgm:pt>
    <dgm:pt modelId="{091B61B6-FFE1-4C00-9C1E-78CBE879C8C7}" type="sibTrans" cxnId="{5731B58E-B943-4262-AA24-14C07A796A5D}">
      <dgm:prSet/>
      <dgm:spPr/>
    </dgm:pt>
    <dgm:pt modelId="{8E7E2956-A2CF-4CE5-AE59-69E83307D4A9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000">
              <a:latin typeface="Aptos"/>
              <a:ea typeface="+mn-ea"/>
              <a:cs typeface="+mn-cs"/>
            </a:rPr>
            <a:t>Make it testable, &gt; 75% of teen participants rate appeal.</a:t>
          </a:r>
        </a:p>
      </dgm:t>
    </dgm:pt>
    <dgm:pt modelId="{92E6CDAF-474D-4A0F-9D9B-1A2D2BE0A298}" type="parTrans" cxnId="{A7E13C4D-2064-49B7-8332-ECBA0E0794DA}">
      <dgm:prSet/>
      <dgm:spPr/>
    </dgm:pt>
    <dgm:pt modelId="{B0D1A6EF-0333-4744-A613-313401CC8116}" type="sibTrans" cxnId="{A7E13C4D-2064-49B7-8332-ECBA0E0794DA}">
      <dgm:prSet/>
      <dgm:spPr/>
    </dgm:pt>
    <dgm:pt modelId="{CC0A5EDF-1A8D-452F-8B4B-7B58814ACC9B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000">
              <a:latin typeface="Aptos"/>
              <a:ea typeface="+mn-ea"/>
              <a:cs typeface="+mn-cs"/>
            </a:rPr>
            <a:t>That tweak is a "Fit Criterion"- it turns fuzzy goals into something we can check</a:t>
          </a:r>
        </a:p>
      </dgm:t>
    </dgm:pt>
    <dgm:pt modelId="{BFF64492-DD7C-413E-B3FB-B57AA0EE3E69}" type="parTrans" cxnId="{30EBFD8F-0032-41CE-9313-AC8B2EB82C44}">
      <dgm:prSet/>
      <dgm:spPr/>
    </dgm:pt>
    <dgm:pt modelId="{F6DF034D-32EC-4876-9AFE-73C0ADA075A3}" type="sibTrans" cxnId="{30EBFD8F-0032-41CE-9313-AC8B2EB82C44}">
      <dgm:prSet/>
      <dgm:spPr/>
    </dgm:pt>
    <dgm:pt modelId="{B987E650-AE4F-491E-9B9C-3E3293F89627}" type="pres">
      <dgm:prSet presAssocID="{D8EDCBB6-06E1-45AF-AE8A-8D76DE70A0E9}" presName="linear" presStyleCnt="0">
        <dgm:presLayoutVars>
          <dgm:animLvl val="lvl"/>
          <dgm:resizeHandles val="exact"/>
        </dgm:presLayoutVars>
      </dgm:prSet>
      <dgm:spPr/>
    </dgm:pt>
    <dgm:pt modelId="{361A3CDF-32E2-418B-9D06-3585D9B80E52}" type="pres">
      <dgm:prSet presAssocID="{BC700A70-C541-4117-8E30-8025568D66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D4EB90-AAE2-4118-88BE-D19CE93F6D2B}" type="pres">
      <dgm:prSet presAssocID="{665F8235-F007-41F0-A0B9-138410AB9033}" presName="spacer" presStyleCnt="0"/>
      <dgm:spPr/>
    </dgm:pt>
    <dgm:pt modelId="{39E9F089-4E7F-439D-8E92-E03AE8D9BE09}" type="pres">
      <dgm:prSet presAssocID="{36F0B505-1DC7-46CC-9959-84493B4DF77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C8A7B4D-B9FA-48AC-B672-37C95019462D}" type="pres">
      <dgm:prSet presAssocID="{36F0B505-1DC7-46CC-9959-84493B4DF771}" presName="childText" presStyleLbl="revTx" presStyleIdx="0" presStyleCnt="1">
        <dgm:presLayoutVars>
          <dgm:bulletEnabled val="1"/>
        </dgm:presLayoutVars>
      </dgm:prSet>
      <dgm:spPr/>
    </dgm:pt>
    <dgm:pt modelId="{14842692-74C3-4EDC-9978-5F6C24B865DB}" type="pres">
      <dgm:prSet presAssocID="{CC0A5EDF-1A8D-452F-8B4B-7B58814ACC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BFFD02-32B6-47B2-8A9F-8CC862221294}" type="presOf" srcId="{8E7E2956-A2CF-4CE5-AE59-69E83307D4A9}" destId="{2C8A7B4D-B9FA-48AC-B672-37C95019462D}" srcOrd="0" destOrd="3" presId="urn:microsoft.com/office/officeart/2005/8/layout/vList2"/>
    <dgm:cxn modelId="{0B1FEB0C-F227-45C7-A9A0-AD3C314113A8}" srcId="{D8EDCBB6-06E1-45AF-AE8A-8D76DE70A0E9}" destId="{BC700A70-C541-4117-8E30-8025568D66DC}" srcOrd="0" destOrd="0" parTransId="{D4235067-AD32-4F28-A150-C0F813D5898F}" sibTransId="{665F8235-F007-41F0-A0B9-138410AB9033}"/>
    <dgm:cxn modelId="{4490291A-04C8-4F7F-8C89-3140C9E56AF2}" type="presOf" srcId="{36F0B505-1DC7-46CC-9959-84493B4DF771}" destId="{39E9F089-4E7F-439D-8E92-E03AE8D9BE09}" srcOrd="0" destOrd="0" presId="urn:microsoft.com/office/officeart/2005/8/layout/vList2"/>
    <dgm:cxn modelId="{A06F1E1F-2C86-449D-A364-DDF5CBA2C6A1}" srcId="{D8EDCBB6-06E1-45AF-AE8A-8D76DE70A0E9}" destId="{36F0B505-1DC7-46CC-9959-84493B4DF771}" srcOrd="1" destOrd="0" parTransId="{00B55BED-654B-488C-99D5-1D1D195DE9FD}" sibTransId="{4156AFA9-0799-45E9-A7B3-FCB65C9BFDAA}"/>
    <dgm:cxn modelId="{1A31645E-C4EF-45D4-A6BA-A96691E2C107}" type="presOf" srcId="{BC700A70-C541-4117-8E30-8025568D66DC}" destId="{361A3CDF-32E2-418B-9D06-3585D9B80E52}" srcOrd="0" destOrd="0" presId="urn:microsoft.com/office/officeart/2005/8/layout/vList2"/>
    <dgm:cxn modelId="{E641D042-5671-4855-9814-C0E610F2EB97}" type="presOf" srcId="{C9571355-B8C0-4A97-A9DF-1964D569ADA5}" destId="{2C8A7B4D-B9FA-48AC-B672-37C95019462D}" srcOrd="0" destOrd="1" presId="urn:microsoft.com/office/officeart/2005/8/layout/vList2"/>
    <dgm:cxn modelId="{598BF66A-A677-4094-A155-8BC1B8740165}" srcId="{36F0B505-1DC7-46CC-9959-84493B4DF771}" destId="{D12CAC5B-81D8-4447-8BD6-C537EE676C57}" srcOrd="0" destOrd="0" parTransId="{49BF4572-9D79-4A3E-8221-90DECEDB7AC7}" sibTransId="{58A987E9-D519-46CD-BA8E-75183A7FD3DD}"/>
    <dgm:cxn modelId="{7496E16B-A734-4C15-B807-E2F06936FF86}" type="presOf" srcId="{D8EDCBB6-06E1-45AF-AE8A-8D76DE70A0E9}" destId="{B987E650-AE4F-491E-9B9C-3E3293F89627}" srcOrd="0" destOrd="0" presId="urn:microsoft.com/office/officeart/2005/8/layout/vList2"/>
    <dgm:cxn modelId="{A7E13C4D-2064-49B7-8332-ECBA0E0794DA}" srcId="{C8BF7FC0-E225-4943-AD82-19FD3F81A6B9}" destId="{8E7E2956-A2CF-4CE5-AE59-69E83307D4A9}" srcOrd="0" destOrd="0" parTransId="{92E6CDAF-474D-4A0F-9D9B-1A2D2BE0A298}" sibTransId="{B0D1A6EF-0333-4744-A613-313401CC8116}"/>
    <dgm:cxn modelId="{E5E1D771-B8D1-4CCD-AAE9-5E8ACE1C30E5}" type="presOf" srcId="{D12CAC5B-81D8-4447-8BD6-C537EE676C57}" destId="{2C8A7B4D-B9FA-48AC-B672-37C95019462D}" srcOrd="0" destOrd="0" presId="urn:microsoft.com/office/officeart/2005/8/layout/vList2"/>
    <dgm:cxn modelId="{C9D74882-1067-442A-B986-06F2A3B74D4C}" srcId="{D12CAC5B-81D8-4447-8BD6-C537EE676C57}" destId="{C9571355-B8C0-4A97-A9DF-1964D569ADA5}" srcOrd="0" destOrd="0" parTransId="{427FF093-4DAB-46E7-B291-5E56846C0803}" sibTransId="{E396B0AE-8E7F-4BC7-AB87-1D83A61C700C}"/>
    <dgm:cxn modelId="{5731B58E-B943-4262-AA24-14C07A796A5D}" srcId="{D12CAC5B-81D8-4447-8BD6-C537EE676C57}" destId="{C8BF7FC0-E225-4943-AD82-19FD3F81A6B9}" srcOrd="1" destOrd="0" parTransId="{25E612E5-0377-4CAA-90B9-7F0AA60D6365}" sibTransId="{091B61B6-FFE1-4C00-9C1E-78CBE879C8C7}"/>
    <dgm:cxn modelId="{30EBFD8F-0032-41CE-9313-AC8B2EB82C44}" srcId="{D8EDCBB6-06E1-45AF-AE8A-8D76DE70A0E9}" destId="{CC0A5EDF-1A8D-452F-8B4B-7B58814ACC9B}" srcOrd="2" destOrd="0" parTransId="{BFF64492-DD7C-413E-B3FB-B57AA0EE3E69}" sibTransId="{F6DF034D-32EC-4876-9AFE-73C0ADA075A3}"/>
    <dgm:cxn modelId="{DE1F81B7-F003-4996-98F3-071D32372ABA}" type="presOf" srcId="{C8BF7FC0-E225-4943-AD82-19FD3F81A6B9}" destId="{2C8A7B4D-B9FA-48AC-B672-37C95019462D}" srcOrd="0" destOrd="2" presId="urn:microsoft.com/office/officeart/2005/8/layout/vList2"/>
    <dgm:cxn modelId="{D5B02BC5-5480-4031-BDAE-F54A671082BE}" type="presOf" srcId="{CC0A5EDF-1A8D-452F-8B4B-7B58814ACC9B}" destId="{14842692-74C3-4EDC-9978-5F6C24B865DB}" srcOrd="0" destOrd="0" presId="urn:microsoft.com/office/officeart/2005/8/layout/vList2"/>
    <dgm:cxn modelId="{232172CC-40C8-4755-9DCC-6774FFE94ADF}" type="presParOf" srcId="{B987E650-AE4F-491E-9B9C-3E3293F89627}" destId="{361A3CDF-32E2-418B-9D06-3585D9B80E52}" srcOrd="0" destOrd="0" presId="urn:microsoft.com/office/officeart/2005/8/layout/vList2"/>
    <dgm:cxn modelId="{602F8650-6123-4151-AB53-34AD3BBDE1B3}" type="presParOf" srcId="{B987E650-AE4F-491E-9B9C-3E3293F89627}" destId="{9CD4EB90-AAE2-4118-88BE-D19CE93F6D2B}" srcOrd="1" destOrd="0" presId="urn:microsoft.com/office/officeart/2005/8/layout/vList2"/>
    <dgm:cxn modelId="{F9F0F06D-F470-4B15-8BF9-FDF2982B94FC}" type="presParOf" srcId="{B987E650-AE4F-491E-9B9C-3E3293F89627}" destId="{39E9F089-4E7F-439D-8E92-E03AE8D9BE09}" srcOrd="2" destOrd="0" presId="urn:microsoft.com/office/officeart/2005/8/layout/vList2"/>
    <dgm:cxn modelId="{C1AF90B0-47DE-4D3E-BA6C-A858B25111EC}" type="presParOf" srcId="{B987E650-AE4F-491E-9B9C-3E3293F89627}" destId="{2C8A7B4D-B9FA-48AC-B672-37C95019462D}" srcOrd="3" destOrd="0" presId="urn:microsoft.com/office/officeart/2005/8/layout/vList2"/>
    <dgm:cxn modelId="{9254BF58-96D9-4A9A-9340-1FA309C7BD07}" type="presParOf" srcId="{B987E650-AE4F-491E-9B9C-3E3293F89627}" destId="{14842692-74C3-4EDC-9978-5F6C24B865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24FF15-985F-4B96-90CC-C14282F46B1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FF188C-630F-4FA7-9179-BE10D931FB32}">
      <dgm:prSet/>
      <dgm:spPr/>
      <dgm:t>
        <a:bodyPr/>
        <a:lstStyle/>
        <a:p>
          <a:r>
            <a:rPr lang="en-US"/>
            <a:t>Functional : What product will do ?</a:t>
          </a:r>
        </a:p>
      </dgm:t>
    </dgm:pt>
    <dgm:pt modelId="{3228D96C-8815-4876-BA4D-2CF62931C256}" type="parTrans" cxnId="{756B464F-D49B-4740-ADD9-0FF29F944A61}">
      <dgm:prSet/>
      <dgm:spPr/>
      <dgm:t>
        <a:bodyPr/>
        <a:lstStyle/>
        <a:p>
          <a:endParaRPr lang="en-US"/>
        </a:p>
      </dgm:t>
    </dgm:pt>
    <dgm:pt modelId="{300CD11D-CC46-41ED-BEA3-4849D20C20D8}" type="sibTrans" cxnId="{756B464F-D49B-4740-ADD9-0FF29F944A61}">
      <dgm:prSet/>
      <dgm:spPr/>
      <dgm:t>
        <a:bodyPr/>
        <a:lstStyle/>
        <a:p>
          <a:endParaRPr lang="en-US"/>
        </a:p>
      </dgm:t>
    </dgm:pt>
    <dgm:pt modelId="{3835B81B-AAD7-4AFF-87EA-3D3300B74851}">
      <dgm:prSet/>
      <dgm:spPr/>
      <dgm:t>
        <a:bodyPr/>
        <a:lstStyle/>
        <a:p>
          <a:r>
            <a:rPr lang="en-US"/>
            <a:t>Non Functional : Qualities/Constraints ( Performance, Platforms, etc)</a:t>
          </a:r>
        </a:p>
      </dgm:t>
    </dgm:pt>
    <dgm:pt modelId="{0CA6B914-DEF2-4158-BBDE-B99DCB95CCB9}" type="parTrans" cxnId="{FE53139A-8B93-43EA-8319-574437095940}">
      <dgm:prSet/>
      <dgm:spPr/>
      <dgm:t>
        <a:bodyPr/>
        <a:lstStyle/>
        <a:p>
          <a:endParaRPr lang="en-US"/>
        </a:p>
      </dgm:t>
    </dgm:pt>
    <dgm:pt modelId="{1DA0CA05-3815-4FB2-957F-19D59359061D}" type="sibTrans" cxnId="{FE53139A-8B93-43EA-8319-574437095940}">
      <dgm:prSet/>
      <dgm:spPr/>
      <dgm:t>
        <a:bodyPr/>
        <a:lstStyle/>
        <a:p>
          <a:endParaRPr lang="en-US"/>
        </a:p>
      </dgm:t>
    </dgm:pt>
    <dgm:pt modelId="{7F629E23-F824-4A19-9A5F-A91D39310579}">
      <dgm:prSet/>
      <dgm:spPr/>
      <dgm:t>
        <a:bodyPr/>
        <a:lstStyle/>
        <a:p>
          <a:r>
            <a:rPr lang="en-US"/>
            <a:t>There are broader taxonomies</a:t>
          </a:r>
        </a:p>
      </dgm:t>
    </dgm:pt>
    <dgm:pt modelId="{06A764EA-9552-4AE0-90CB-07EE8AB3E226}" type="parTrans" cxnId="{FFC82B94-073C-4A87-804B-6C49C2C528DC}">
      <dgm:prSet/>
      <dgm:spPr/>
      <dgm:t>
        <a:bodyPr/>
        <a:lstStyle/>
        <a:p>
          <a:endParaRPr lang="en-US"/>
        </a:p>
      </dgm:t>
    </dgm:pt>
    <dgm:pt modelId="{B4203DFF-12C0-47FB-89F6-92E46679AA3E}" type="sibTrans" cxnId="{FFC82B94-073C-4A87-804B-6C49C2C528DC}">
      <dgm:prSet/>
      <dgm:spPr/>
      <dgm:t>
        <a:bodyPr/>
        <a:lstStyle/>
        <a:p>
          <a:endParaRPr lang="en-US"/>
        </a:p>
      </dgm:t>
    </dgm:pt>
    <dgm:pt modelId="{8CC49D92-AA0E-4C64-B1DD-1E316CA50A44}">
      <dgm:prSet/>
      <dgm:spPr/>
      <dgm:t>
        <a:bodyPr/>
        <a:lstStyle/>
        <a:p>
          <a:r>
            <a:rPr lang="en-US"/>
            <a:t>Robertsons Set</a:t>
          </a:r>
        </a:p>
      </dgm:t>
    </dgm:pt>
    <dgm:pt modelId="{4A42AA9D-FD88-4DF0-9B95-7B2415CAA6AB}" type="parTrans" cxnId="{B4227B40-5035-499E-9CD9-3FBEE49A76A5}">
      <dgm:prSet/>
      <dgm:spPr/>
      <dgm:t>
        <a:bodyPr/>
        <a:lstStyle/>
        <a:p>
          <a:endParaRPr lang="en-US"/>
        </a:p>
      </dgm:t>
    </dgm:pt>
    <dgm:pt modelId="{95581DFC-0016-44C5-8EB8-E248C0CBA78C}" type="sibTrans" cxnId="{B4227B40-5035-499E-9CD9-3FBEE49A76A5}">
      <dgm:prSet/>
      <dgm:spPr/>
      <dgm:t>
        <a:bodyPr/>
        <a:lstStyle/>
        <a:p>
          <a:endParaRPr lang="en-US"/>
        </a:p>
      </dgm:t>
    </dgm:pt>
    <dgm:pt modelId="{5C223035-D68D-46CC-A0F6-93F22154BE03}">
      <dgm:prSet/>
      <dgm:spPr/>
      <dgm:t>
        <a:bodyPr/>
        <a:lstStyle/>
        <a:p>
          <a:r>
            <a:rPr lang="en-US"/>
            <a:t>Gottedienser and Gormans Product Dimension</a:t>
          </a:r>
        </a:p>
      </dgm:t>
    </dgm:pt>
    <dgm:pt modelId="{CD50321F-2391-4D6D-96B9-145E01BD56BF}" type="parTrans" cxnId="{A819610E-194D-4CB3-8BB9-0FE75D48F4AE}">
      <dgm:prSet/>
      <dgm:spPr/>
      <dgm:t>
        <a:bodyPr/>
        <a:lstStyle/>
        <a:p>
          <a:endParaRPr lang="en-US"/>
        </a:p>
      </dgm:t>
    </dgm:pt>
    <dgm:pt modelId="{0C5695B5-B476-4EE0-8A0D-E41BF516F452}" type="sibTrans" cxnId="{A819610E-194D-4CB3-8BB9-0FE75D48F4AE}">
      <dgm:prSet/>
      <dgm:spPr/>
      <dgm:t>
        <a:bodyPr/>
        <a:lstStyle/>
        <a:p>
          <a:endParaRPr lang="en-US"/>
        </a:p>
      </dgm:t>
    </dgm:pt>
    <dgm:pt modelId="{5096B84C-A33D-4D99-963A-121BAD79F522}" type="pres">
      <dgm:prSet presAssocID="{F324FF15-985F-4B96-90CC-C14282F46B18}" presName="linear" presStyleCnt="0">
        <dgm:presLayoutVars>
          <dgm:animLvl val="lvl"/>
          <dgm:resizeHandles val="exact"/>
        </dgm:presLayoutVars>
      </dgm:prSet>
      <dgm:spPr/>
    </dgm:pt>
    <dgm:pt modelId="{16C6A258-2B0D-4365-AF0E-03B9C1431B76}" type="pres">
      <dgm:prSet presAssocID="{7FFF188C-630F-4FA7-9179-BE10D931FB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1F9559-343C-4AAD-A60D-AC0145BE73F5}" type="pres">
      <dgm:prSet presAssocID="{300CD11D-CC46-41ED-BEA3-4849D20C20D8}" presName="spacer" presStyleCnt="0"/>
      <dgm:spPr/>
    </dgm:pt>
    <dgm:pt modelId="{3B7094FB-C946-4F29-B314-08A7312C0088}" type="pres">
      <dgm:prSet presAssocID="{3835B81B-AAD7-4AFF-87EA-3D3300B748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AB161B-DA62-40EA-8E56-FE090996347F}" type="pres">
      <dgm:prSet presAssocID="{1DA0CA05-3815-4FB2-957F-19D59359061D}" presName="spacer" presStyleCnt="0"/>
      <dgm:spPr/>
    </dgm:pt>
    <dgm:pt modelId="{0B04A86A-99B4-427D-BC28-564EBDF4B11D}" type="pres">
      <dgm:prSet presAssocID="{7F629E23-F824-4A19-9A5F-A91D393105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B76657F-1503-4994-952F-8004B7705928}" type="pres">
      <dgm:prSet presAssocID="{7F629E23-F824-4A19-9A5F-A91D3931057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2FD090E-F7C5-4212-9FD2-554C3D58C192}" type="presOf" srcId="{7FFF188C-630F-4FA7-9179-BE10D931FB32}" destId="{16C6A258-2B0D-4365-AF0E-03B9C1431B76}" srcOrd="0" destOrd="0" presId="urn:microsoft.com/office/officeart/2005/8/layout/vList2"/>
    <dgm:cxn modelId="{A819610E-194D-4CB3-8BB9-0FE75D48F4AE}" srcId="{7F629E23-F824-4A19-9A5F-A91D39310579}" destId="{5C223035-D68D-46CC-A0F6-93F22154BE03}" srcOrd="1" destOrd="0" parTransId="{CD50321F-2391-4D6D-96B9-145E01BD56BF}" sibTransId="{0C5695B5-B476-4EE0-8A0D-E41BF516F452}"/>
    <dgm:cxn modelId="{5381353A-76FA-41CB-A054-41EF2DA0CB06}" type="presOf" srcId="{7F629E23-F824-4A19-9A5F-A91D39310579}" destId="{0B04A86A-99B4-427D-BC28-564EBDF4B11D}" srcOrd="0" destOrd="0" presId="urn:microsoft.com/office/officeart/2005/8/layout/vList2"/>
    <dgm:cxn modelId="{B4227B40-5035-499E-9CD9-3FBEE49A76A5}" srcId="{7F629E23-F824-4A19-9A5F-A91D39310579}" destId="{8CC49D92-AA0E-4C64-B1DD-1E316CA50A44}" srcOrd="0" destOrd="0" parTransId="{4A42AA9D-FD88-4DF0-9B95-7B2415CAA6AB}" sibTransId="{95581DFC-0016-44C5-8EB8-E248C0CBA78C}"/>
    <dgm:cxn modelId="{756B464F-D49B-4740-ADD9-0FF29F944A61}" srcId="{F324FF15-985F-4B96-90CC-C14282F46B18}" destId="{7FFF188C-630F-4FA7-9179-BE10D931FB32}" srcOrd="0" destOrd="0" parTransId="{3228D96C-8815-4876-BA4D-2CF62931C256}" sibTransId="{300CD11D-CC46-41ED-BEA3-4849D20C20D8}"/>
    <dgm:cxn modelId="{F106C250-ADA5-4C68-B104-38CE0C2DBB66}" type="presOf" srcId="{3835B81B-AAD7-4AFF-87EA-3D3300B74851}" destId="{3B7094FB-C946-4F29-B314-08A7312C0088}" srcOrd="0" destOrd="0" presId="urn:microsoft.com/office/officeart/2005/8/layout/vList2"/>
    <dgm:cxn modelId="{B6B1A482-E650-406B-A826-BE7F254529CE}" type="presOf" srcId="{5C223035-D68D-46CC-A0F6-93F22154BE03}" destId="{6B76657F-1503-4994-952F-8004B7705928}" srcOrd="0" destOrd="1" presId="urn:microsoft.com/office/officeart/2005/8/layout/vList2"/>
    <dgm:cxn modelId="{FFC82B94-073C-4A87-804B-6C49C2C528DC}" srcId="{F324FF15-985F-4B96-90CC-C14282F46B18}" destId="{7F629E23-F824-4A19-9A5F-A91D39310579}" srcOrd="2" destOrd="0" parTransId="{06A764EA-9552-4AE0-90CB-07EE8AB3E226}" sibTransId="{B4203DFF-12C0-47FB-89F6-92E46679AA3E}"/>
    <dgm:cxn modelId="{FE53139A-8B93-43EA-8319-574437095940}" srcId="{F324FF15-985F-4B96-90CC-C14282F46B18}" destId="{3835B81B-AAD7-4AFF-87EA-3D3300B74851}" srcOrd="1" destOrd="0" parTransId="{0CA6B914-DEF2-4158-BBDE-B99DCB95CCB9}" sibTransId="{1DA0CA05-3815-4FB2-957F-19D59359061D}"/>
    <dgm:cxn modelId="{B5B698A7-DDC4-417A-9198-E4D36612E73D}" type="presOf" srcId="{8CC49D92-AA0E-4C64-B1DD-1E316CA50A44}" destId="{6B76657F-1503-4994-952F-8004B7705928}" srcOrd="0" destOrd="0" presId="urn:microsoft.com/office/officeart/2005/8/layout/vList2"/>
    <dgm:cxn modelId="{031434A8-A7EE-47F4-AED3-1185D42B3AF1}" type="presOf" srcId="{F324FF15-985F-4B96-90CC-C14282F46B18}" destId="{5096B84C-A33D-4D99-963A-121BAD79F522}" srcOrd="0" destOrd="0" presId="urn:microsoft.com/office/officeart/2005/8/layout/vList2"/>
    <dgm:cxn modelId="{BF3F5B1C-8D2E-496D-9A72-88E17A682773}" type="presParOf" srcId="{5096B84C-A33D-4D99-963A-121BAD79F522}" destId="{16C6A258-2B0D-4365-AF0E-03B9C1431B76}" srcOrd="0" destOrd="0" presId="urn:microsoft.com/office/officeart/2005/8/layout/vList2"/>
    <dgm:cxn modelId="{2E958743-864B-47CC-BA11-EBE26FC39064}" type="presParOf" srcId="{5096B84C-A33D-4D99-963A-121BAD79F522}" destId="{BC1F9559-343C-4AAD-A60D-AC0145BE73F5}" srcOrd="1" destOrd="0" presId="urn:microsoft.com/office/officeart/2005/8/layout/vList2"/>
    <dgm:cxn modelId="{D0EC5B7B-D60C-466D-93FC-59F97C599FE8}" type="presParOf" srcId="{5096B84C-A33D-4D99-963A-121BAD79F522}" destId="{3B7094FB-C946-4F29-B314-08A7312C0088}" srcOrd="2" destOrd="0" presId="urn:microsoft.com/office/officeart/2005/8/layout/vList2"/>
    <dgm:cxn modelId="{7C03BDD8-B1DB-4FF6-9ADC-66644FE043E9}" type="presParOf" srcId="{5096B84C-A33D-4D99-963A-121BAD79F522}" destId="{EFAB161B-DA62-40EA-8E56-FE090996347F}" srcOrd="3" destOrd="0" presId="urn:microsoft.com/office/officeart/2005/8/layout/vList2"/>
    <dgm:cxn modelId="{19126580-85A0-4EE5-8416-101D7D58DC79}" type="presParOf" srcId="{5096B84C-A33D-4D99-963A-121BAD79F522}" destId="{0B04A86A-99B4-427D-BC28-564EBDF4B11D}" srcOrd="4" destOrd="0" presId="urn:microsoft.com/office/officeart/2005/8/layout/vList2"/>
    <dgm:cxn modelId="{3B11FA61-CA80-4EF7-AB4F-0C681BBA9DE1}" type="presParOf" srcId="{5096B84C-A33D-4D99-963A-121BAD79F522}" destId="{6B76657F-1503-4994-952F-8004B770592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726DC9-8B7E-499A-9B43-A385B47338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D18CFF-70D8-4A85-BF56-D76A2483A8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Identify user needs, behaviors, and motivations.</a:t>
          </a:r>
        </a:p>
      </dgm:t>
    </dgm:pt>
    <dgm:pt modelId="{7C705952-D3DF-4D96-A43A-B6506244561B}" type="parTrans" cxnId="{C778F740-23B8-4512-AB98-AA27DD18F4B2}">
      <dgm:prSet/>
      <dgm:spPr/>
      <dgm:t>
        <a:bodyPr/>
        <a:lstStyle/>
        <a:p>
          <a:endParaRPr lang="en-US"/>
        </a:p>
      </dgm:t>
    </dgm:pt>
    <dgm:pt modelId="{8614D84E-F790-4BC0-9AFD-BC0AE7EE7B0D}" type="sibTrans" cxnId="{C778F740-23B8-4512-AB98-AA27DD18F4B2}">
      <dgm:prSet/>
      <dgm:spPr/>
      <dgm:t>
        <a:bodyPr/>
        <a:lstStyle/>
        <a:p>
          <a:endParaRPr lang="en-US"/>
        </a:p>
      </dgm:t>
    </dgm:pt>
    <dgm:pt modelId="{775C5EAB-9AA7-4CAF-BB4A-C37001A6A9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Understand the context of use and rationale behind current practices.</a:t>
          </a:r>
        </a:p>
      </dgm:t>
    </dgm:pt>
    <dgm:pt modelId="{D4C3B91F-A93F-4636-950C-DA049BFDEC67}" type="parTrans" cxnId="{418788C8-9112-43AB-A3FD-E08E5549AF07}">
      <dgm:prSet/>
      <dgm:spPr/>
      <dgm:t>
        <a:bodyPr/>
        <a:lstStyle/>
        <a:p>
          <a:endParaRPr lang="en-US"/>
        </a:p>
      </dgm:t>
    </dgm:pt>
    <dgm:pt modelId="{8CA37D8D-220B-4E0D-99BF-34DD0871AFB2}" type="sibTrans" cxnId="{418788C8-9112-43AB-A3FD-E08E5549AF07}">
      <dgm:prSet/>
      <dgm:spPr/>
      <dgm:t>
        <a:bodyPr/>
        <a:lstStyle/>
        <a:p>
          <a:endParaRPr lang="en-US"/>
        </a:p>
      </dgm:t>
    </dgm:pt>
    <dgm:pt modelId="{234BB777-A3B3-4B53-B8A1-662CF00235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Capture both qualitative and quantitative data.</a:t>
          </a:r>
        </a:p>
      </dgm:t>
    </dgm:pt>
    <dgm:pt modelId="{09471D9E-BB6A-489D-938B-A7D1C0689CAC}" type="parTrans" cxnId="{9F9F2131-8BF4-4753-BC0E-305B9AF98C98}">
      <dgm:prSet/>
      <dgm:spPr/>
      <dgm:t>
        <a:bodyPr/>
        <a:lstStyle/>
        <a:p>
          <a:endParaRPr lang="en-US"/>
        </a:p>
      </dgm:t>
    </dgm:pt>
    <dgm:pt modelId="{D47C18F4-C455-4661-B059-A4DF4FB335F1}" type="sibTrans" cxnId="{9F9F2131-8BF4-4753-BC0E-305B9AF98C98}">
      <dgm:prSet/>
      <dgm:spPr/>
      <dgm:t>
        <a:bodyPr/>
        <a:lstStyle/>
        <a:p>
          <a:endParaRPr lang="en-US"/>
        </a:p>
      </dgm:t>
    </dgm:pt>
    <dgm:pt modelId="{BC166645-E48B-4082-A220-D1A81883F5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Inform system requirements and interaction design.</a:t>
          </a:r>
        </a:p>
      </dgm:t>
    </dgm:pt>
    <dgm:pt modelId="{41A2AD44-9BBC-4ED8-8AD3-11363477D025}" type="parTrans" cxnId="{9BC3781C-3E21-4B14-9260-BB5A40145F7C}">
      <dgm:prSet/>
      <dgm:spPr/>
      <dgm:t>
        <a:bodyPr/>
        <a:lstStyle/>
        <a:p>
          <a:endParaRPr lang="en-US"/>
        </a:p>
      </dgm:t>
    </dgm:pt>
    <dgm:pt modelId="{94D43C97-96B8-4FC3-9E49-4C6B60A4E96C}" type="sibTrans" cxnId="{9BC3781C-3E21-4B14-9260-BB5A40145F7C}">
      <dgm:prSet/>
      <dgm:spPr/>
      <dgm:t>
        <a:bodyPr/>
        <a:lstStyle/>
        <a:p>
          <a:endParaRPr lang="en-US"/>
        </a:p>
      </dgm:t>
    </dgm:pt>
    <dgm:pt modelId="{034C9872-E19E-4589-A156-ECA97F2812EE}" type="pres">
      <dgm:prSet presAssocID="{3C726DC9-8B7E-499A-9B43-A385B473384D}" presName="root" presStyleCnt="0">
        <dgm:presLayoutVars>
          <dgm:dir/>
          <dgm:resizeHandles val="exact"/>
        </dgm:presLayoutVars>
      </dgm:prSet>
      <dgm:spPr/>
    </dgm:pt>
    <dgm:pt modelId="{763069E1-017B-48B5-AB4B-EDF0B9357CC2}" type="pres">
      <dgm:prSet presAssocID="{7CD18CFF-70D8-4A85-BF56-D76A2483A8E5}" presName="compNode" presStyleCnt="0"/>
      <dgm:spPr/>
    </dgm:pt>
    <dgm:pt modelId="{A6EBB75E-010E-42F9-A000-92C37EBE0B3A}" type="pres">
      <dgm:prSet presAssocID="{7CD18CFF-70D8-4A85-BF56-D76A2483A8E5}" presName="bgRect" presStyleLbl="bgShp" presStyleIdx="0" presStyleCnt="4"/>
      <dgm:spPr/>
    </dgm:pt>
    <dgm:pt modelId="{449D93EB-EEE4-4D96-A46A-5BE4D5B19620}" type="pres">
      <dgm:prSet presAssocID="{7CD18CFF-70D8-4A85-BF56-D76A2483A8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444201E0-EFAB-4CD2-B1BA-3BA61C07599D}" type="pres">
      <dgm:prSet presAssocID="{7CD18CFF-70D8-4A85-BF56-D76A2483A8E5}" presName="spaceRect" presStyleCnt="0"/>
      <dgm:spPr/>
    </dgm:pt>
    <dgm:pt modelId="{34E7199D-5FE4-4017-873F-F14D08005BAF}" type="pres">
      <dgm:prSet presAssocID="{7CD18CFF-70D8-4A85-BF56-D76A2483A8E5}" presName="parTx" presStyleLbl="revTx" presStyleIdx="0" presStyleCnt="4">
        <dgm:presLayoutVars>
          <dgm:chMax val="0"/>
          <dgm:chPref val="0"/>
        </dgm:presLayoutVars>
      </dgm:prSet>
      <dgm:spPr/>
    </dgm:pt>
    <dgm:pt modelId="{8D0C7471-3D91-4824-BAE3-A5E5EA6DC0DB}" type="pres">
      <dgm:prSet presAssocID="{8614D84E-F790-4BC0-9AFD-BC0AE7EE7B0D}" presName="sibTrans" presStyleCnt="0"/>
      <dgm:spPr/>
    </dgm:pt>
    <dgm:pt modelId="{47D4BB4D-C051-4B43-957B-A8EF5A962DC6}" type="pres">
      <dgm:prSet presAssocID="{775C5EAB-9AA7-4CAF-BB4A-C37001A6A9AC}" presName="compNode" presStyleCnt="0"/>
      <dgm:spPr/>
    </dgm:pt>
    <dgm:pt modelId="{EE957433-6D5D-425B-8754-B46E58A74F16}" type="pres">
      <dgm:prSet presAssocID="{775C5EAB-9AA7-4CAF-BB4A-C37001A6A9AC}" presName="bgRect" presStyleLbl="bgShp" presStyleIdx="1" presStyleCnt="4"/>
      <dgm:spPr/>
    </dgm:pt>
    <dgm:pt modelId="{446C5791-529E-4A55-8462-51343019D2FC}" type="pres">
      <dgm:prSet presAssocID="{775C5EAB-9AA7-4CAF-BB4A-C37001A6A9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A5AF0703-C76E-443F-B2D2-5985ADE5BC8A}" type="pres">
      <dgm:prSet presAssocID="{775C5EAB-9AA7-4CAF-BB4A-C37001A6A9AC}" presName="spaceRect" presStyleCnt="0"/>
      <dgm:spPr/>
    </dgm:pt>
    <dgm:pt modelId="{C760A60E-DCB6-4E40-9076-D3AB9F068C17}" type="pres">
      <dgm:prSet presAssocID="{775C5EAB-9AA7-4CAF-BB4A-C37001A6A9AC}" presName="parTx" presStyleLbl="revTx" presStyleIdx="1" presStyleCnt="4">
        <dgm:presLayoutVars>
          <dgm:chMax val="0"/>
          <dgm:chPref val="0"/>
        </dgm:presLayoutVars>
      </dgm:prSet>
      <dgm:spPr/>
    </dgm:pt>
    <dgm:pt modelId="{0CA4EA9E-1920-4BFD-8107-E266171BBE86}" type="pres">
      <dgm:prSet presAssocID="{8CA37D8D-220B-4E0D-99BF-34DD0871AFB2}" presName="sibTrans" presStyleCnt="0"/>
      <dgm:spPr/>
    </dgm:pt>
    <dgm:pt modelId="{00925553-65D7-4D96-851E-5A4846FE0929}" type="pres">
      <dgm:prSet presAssocID="{234BB777-A3B3-4B53-B8A1-662CF00235AA}" presName="compNode" presStyleCnt="0"/>
      <dgm:spPr/>
    </dgm:pt>
    <dgm:pt modelId="{43E67BC5-8BD8-4D91-AFF9-DC441278237C}" type="pres">
      <dgm:prSet presAssocID="{234BB777-A3B3-4B53-B8A1-662CF00235AA}" presName="bgRect" presStyleLbl="bgShp" presStyleIdx="2" presStyleCnt="4"/>
      <dgm:spPr/>
    </dgm:pt>
    <dgm:pt modelId="{1FBB389E-BAAC-4018-83E5-060F3EA65AEF}" type="pres">
      <dgm:prSet presAssocID="{234BB777-A3B3-4B53-B8A1-662CF00235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2C5846E-2077-469F-8FF6-5B3646BAB064}" type="pres">
      <dgm:prSet presAssocID="{234BB777-A3B3-4B53-B8A1-662CF00235AA}" presName="spaceRect" presStyleCnt="0"/>
      <dgm:spPr/>
    </dgm:pt>
    <dgm:pt modelId="{8ABCC9EF-DB84-4E1C-9B6F-E609F6A6C959}" type="pres">
      <dgm:prSet presAssocID="{234BB777-A3B3-4B53-B8A1-662CF00235AA}" presName="parTx" presStyleLbl="revTx" presStyleIdx="2" presStyleCnt="4">
        <dgm:presLayoutVars>
          <dgm:chMax val="0"/>
          <dgm:chPref val="0"/>
        </dgm:presLayoutVars>
      </dgm:prSet>
      <dgm:spPr/>
    </dgm:pt>
    <dgm:pt modelId="{68836646-AB58-420F-8FD0-0E32E6DDC40E}" type="pres">
      <dgm:prSet presAssocID="{D47C18F4-C455-4661-B059-A4DF4FB335F1}" presName="sibTrans" presStyleCnt="0"/>
      <dgm:spPr/>
    </dgm:pt>
    <dgm:pt modelId="{E16C5486-C92B-441B-AC38-9E76EBA9D213}" type="pres">
      <dgm:prSet presAssocID="{BC166645-E48B-4082-A220-D1A81883F5A8}" presName="compNode" presStyleCnt="0"/>
      <dgm:spPr/>
    </dgm:pt>
    <dgm:pt modelId="{CD39B3A1-3925-4A20-885F-D8E70911869C}" type="pres">
      <dgm:prSet presAssocID="{BC166645-E48B-4082-A220-D1A81883F5A8}" presName="bgRect" presStyleLbl="bgShp" presStyleIdx="3" presStyleCnt="4"/>
      <dgm:spPr/>
    </dgm:pt>
    <dgm:pt modelId="{33443067-7DE4-4864-9F13-05C036BFAED7}" type="pres">
      <dgm:prSet presAssocID="{BC166645-E48B-4082-A220-D1A81883F5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2EADC63-CE9F-49AA-806D-7D47FD745F85}" type="pres">
      <dgm:prSet presAssocID="{BC166645-E48B-4082-A220-D1A81883F5A8}" presName="spaceRect" presStyleCnt="0"/>
      <dgm:spPr/>
    </dgm:pt>
    <dgm:pt modelId="{882A2EC7-C8E0-44F4-A172-96ED7DE5B89C}" type="pres">
      <dgm:prSet presAssocID="{BC166645-E48B-4082-A220-D1A81883F5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D0DF02-E75F-4BAE-B3FE-414DEAD483E6}" type="presOf" srcId="{3C726DC9-8B7E-499A-9B43-A385B473384D}" destId="{034C9872-E19E-4589-A156-ECA97F2812EE}" srcOrd="0" destOrd="0" presId="urn:microsoft.com/office/officeart/2018/2/layout/IconVerticalSolidList"/>
    <dgm:cxn modelId="{9BC3781C-3E21-4B14-9260-BB5A40145F7C}" srcId="{3C726DC9-8B7E-499A-9B43-A385B473384D}" destId="{BC166645-E48B-4082-A220-D1A81883F5A8}" srcOrd="3" destOrd="0" parTransId="{41A2AD44-9BBC-4ED8-8AD3-11363477D025}" sibTransId="{94D43C97-96B8-4FC3-9E49-4C6B60A4E96C}"/>
    <dgm:cxn modelId="{2AADE825-90B4-4E5A-9757-DC20E8A3D485}" type="presOf" srcId="{BC166645-E48B-4082-A220-D1A81883F5A8}" destId="{882A2EC7-C8E0-44F4-A172-96ED7DE5B89C}" srcOrd="0" destOrd="0" presId="urn:microsoft.com/office/officeart/2018/2/layout/IconVerticalSolidList"/>
    <dgm:cxn modelId="{9F9F2131-8BF4-4753-BC0E-305B9AF98C98}" srcId="{3C726DC9-8B7E-499A-9B43-A385B473384D}" destId="{234BB777-A3B3-4B53-B8A1-662CF00235AA}" srcOrd="2" destOrd="0" parTransId="{09471D9E-BB6A-489D-938B-A7D1C0689CAC}" sibTransId="{D47C18F4-C455-4661-B059-A4DF4FB335F1}"/>
    <dgm:cxn modelId="{C778F740-23B8-4512-AB98-AA27DD18F4B2}" srcId="{3C726DC9-8B7E-499A-9B43-A385B473384D}" destId="{7CD18CFF-70D8-4A85-BF56-D76A2483A8E5}" srcOrd="0" destOrd="0" parTransId="{7C705952-D3DF-4D96-A43A-B6506244561B}" sibTransId="{8614D84E-F790-4BC0-9AFD-BC0AE7EE7B0D}"/>
    <dgm:cxn modelId="{63E33A7C-8D39-4BD2-A9E9-B6C2B24C637D}" type="presOf" srcId="{775C5EAB-9AA7-4CAF-BB4A-C37001A6A9AC}" destId="{C760A60E-DCB6-4E40-9076-D3AB9F068C17}" srcOrd="0" destOrd="0" presId="urn:microsoft.com/office/officeart/2018/2/layout/IconVerticalSolidList"/>
    <dgm:cxn modelId="{EA17BBA5-8112-4823-8384-EBF0F4AD63D9}" type="presOf" srcId="{234BB777-A3B3-4B53-B8A1-662CF00235AA}" destId="{8ABCC9EF-DB84-4E1C-9B6F-E609F6A6C959}" srcOrd="0" destOrd="0" presId="urn:microsoft.com/office/officeart/2018/2/layout/IconVerticalSolidList"/>
    <dgm:cxn modelId="{8409DCC3-1ED1-4B88-A251-41C3FBA5F598}" type="presOf" srcId="{7CD18CFF-70D8-4A85-BF56-D76A2483A8E5}" destId="{34E7199D-5FE4-4017-873F-F14D08005BAF}" srcOrd="0" destOrd="0" presId="urn:microsoft.com/office/officeart/2018/2/layout/IconVerticalSolidList"/>
    <dgm:cxn modelId="{418788C8-9112-43AB-A3FD-E08E5549AF07}" srcId="{3C726DC9-8B7E-499A-9B43-A385B473384D}" destId="{775C5EAB-9AA7-4CAF-BB4A-C37001A6A9AC}" srcOrd="1" destOrd="0" parTransId="{D4C3B91F-A93F-4636-950C-DA049BFDEC67}" sibTransId="{8CA37D8D-220B-4E0D-99BF-34DD0871AFB2}"/>
    <dgm:cxn modelId="{CAE49E89-987C-40DE-A0B8-11AF1AC77B60}" type="presParOf" srcId="{034C9872-E19E-4589-A156-ECA97F2812EE}" destId="{763069E1-017B-48B5-AB4B-EDF0B9357CC2}" srcOrd="0" destOrd="0" presId="urn:microsoft.com/office/officeart/2018/2/layout/IconVerticalSolidList"/>
    <dgm:cxn modelId="{496D285D-93A3-44DC-A03B-E6D6BBE3801E}" type="presParOf" srcId="{763069E1-017B-48B5-AB4B-EDF0B9357CC2}" destId="{A6EBB75E-010E-42F9-A000-92C37EBE0B3A}" srcOrd="0" destOrd="0" presId="urn:microsoft.com/office/officeart/2018/2/layout/IconVerticalSolidList"/>
    <dgm:cxn modelId="{B4816905-1060-47EF-A858-EF049FEBB359}" type="presParOf" srcId="{763069E1-017B-48B5-AB4B-EDF0B9357CC2}" destId="{449D93EB-EEE4-4D96-A46A-5BE4D5B19620}" srcOrd="1" destOrd="0" presId="urn:microsoft.com/office/officeart/2018/2/layout/IconVerticalSolidList"/>
    <dgm:cxn modelId="{85A1E805-6398-431B-B6B0-0DBBE1EDA7C1}" type="presParOf" srcId="{763069E1-017B-48B5-AB4B-EDF0B9357CC2}" destId="{444201E0-EFAB-4CD2-B1BA-3BA61C07599D}" srcOrd="2" destOrd="0" presId="urn:microsoft.com/office/officeart/2018/2/layout/IconVerticalSolidList"/>
    <dgm:cxn modelId="{2D58E728-4EBF-4093-A6DD-CDFC787BF60F}" type="presParOf" srcId="{763069E1-017B-48B5-AB4B-EDF0B9357CC2}" destId="{34E7199D-5FE4-4017-873F-F14D08005BAF}" srcOrd="3" destOrd="0" presId="urn:microsoft.com/office/officeart/2018/2/layout/IconVerticalSolidList"/>
    <dgm:cxn modelId="{75B914DE-ECF9-447F-8FE3-15F6C27677D8}" type="presParOf" srcId="{034C9872-E19E-4589-A156-ECA97F2812EE}" destId="{8D0C7471-3D91-4824-BAE3-A5E5EA6DC0DB}" srcOrd="1" destOrd="0" presId="urn:microsoft.com/office/officeart/2018/2/layout/IconVerticalSolidList"/>
    <dgm:cxn modelId="{80A58F20-C3F2-4500-9F6C-9E0FD5B0D965}" type="presParOf" srcId="{034C9872-E19E-4589-A156-ECA97F2812EE}" destId="{47D4BB4D-C051-4B43-957B-A8EF5A962DC6}" srcOrd="2" destOrd="0" presId="urn:microsoft.com/office/officeart/2018/2/layout/IconVerticalSolidList"/>
    <dgm:cxn modelId="{A04EC78B-62DE-4325-8143-4B524050EBA5}" type="presParOf" srcId="{47D4BB4D-C051-4B43-957B-A8EF5A962DC6}" destId="{EE957433-6D5D-425B-8754-B46E58A74F16}" srcOrd="0" destOrd="0" presId="urn:microsoft.com/office/officeart/2018/2/layout/IconVerticalSolidList"/>
    <dgm:cxn modelId="{1562C1EF-5721-4D79-8005-26C3C2E75C72}" type="presParOf" srcId="{47D4BB4D-C051-4B43-957B-A8EF5A962DC6}" destId="{446C5791-529E-4A55-8462-51343019D2FC}" srcOrd="1" destOrd="0" presId="urn:microsoft.com/office/officeart/2018/2/layout/IconVerticalSolidList"/>
    <dgm:cxn modelId="{08210B78-3DD2-46AF-8713-C25780380E10}" type="presParOf" srcId="{47D4BB4D-C051-4B43-957B-A8EF5A962DC6}" destId="{A5AF0703-C76E-443F-B2D2-5985ADE5BC8A}" srcOrd="2" destOrd="0" presId="urn:microsoft.com/office/officeart/2018/2/layout/IconVerticalSolidList"/>
    <dgm:cxn modelId="{70BDB515-7194-4D50-99C8-89F5E1A28502}" type="presParOf" srcId="{47D4BB4D-C051-4B43-957B-A8EF5A962DC6}" destId="{C760A60E-DCB6-4E40-9076-D3AB9F068C17}" srcOrd="3" destOrd="0" presId="urn:microsoft.com/office/officeart/2018/2/layout/IconVerticalSolidList"/>
    <dgm:cxn modelId="{305CEDE5-1848-433B-9BE4-BA62FB95BFC1}" type="presParOf" srcId="{034C9872-E19E-4589-A156-ECA97F2812EE}" destId="{0CA4EA9E-1920-4BFD-8107-E266171BBE86}" srcOrd="3" destOrd="0" presId="urn:microsoft.com/office/officeart/2018/2/layout/IconVerticalSolidList"/>
    <dgm:cxn modelId="{095D3EEC-F94D-4510-A4B1-7836D8F5F06B}" type="presParOf" srcId="{034C9872-E19E-4589-A156-ECA97F2812EE}" destId="{00925553-65D7-4D96-851E-5A4846FE0929}" srcOrd="4" destOrd="0" presId="urn:microsoft.com/office/officeart/2018/2/layout/IconVerticalSolidList"/>
    <dgm:cxn modelId="{E24EF123-700D-4090-8CF0-556804528A81}" type="presParOf" srcId="{00925553-65D7-4D96-851E-5A4846FE0929}" destId="{43E67BC5-8BD8-4D91-AFF9-DC441278237C}" srcOrd="0" destOrd="0" presId="urn:microsoft.com/office/officeart/2018/2/layout/IconVerticalSolidList"/>
    <dgm:cxn modelId="{F7BA963D-BEFC-4CC2-9B86-0F61F29C6E51}" type="presParOf" srcId="{00925553-65D7-4D96-851E-5A4846FE0929}" destId="{1FBB389E-BAAC-4018-83E5-060F3EA65AEF}" srcOrd="1" destOrd="0" presId="urn:microsoft.com/office/officeart/2018/2/layout/IconVerticalSolidList"/>
    <dgm:cxn modelId="{16854B4F-E3FA-4624-97CF-245A547D1A72}" type="presParOf" srcId="{00925553-65D7-4D96-851E-5A4846FE0929}" destId="{B2C5846E-2077-469F-8FF6-5B3646BAB064}" srcOrd="2" destOrd="0" presId="urn:microsoft.com/office/officeart/2018/2/layout/IconVerticalSolidList"/>
    <dgm:cxn modelId="{0C78CDBC-2E72-4B31-B5BC-2F57926A198B}" type="presParOf" srcId="{00925553-65D7-4D96-851E-5A4846FE0929}" destId="{8ABCC9EF-DB84-4E1C-9B6F-E609F6A6C959}" srcOrd="3" destOrd="0" presId="urn:microsoft.com/office/officeart/2018/2/layout/IconVerticalSolidList"/>
    <dgm:cxn modelId="{09B8B616-2574-4592-99CA-59664E1F9DF2}" type="presParOf" srcId="{034C9872-E19E-4589-A156-ECA97F2812EE}" destId="{68836646-AB58-420F-8FD0-0E32E6DDC40E}" srcOrd="5" destOrd="0" presId="urn:microsoft.com/office/officeart/2018/2/layout/IconVerticalSolidList"/>
    <dgm:cxn modelId="{5236CD19-6CC1-4240-8B62-C80DEAB96AE1}" type="presParOf" srcId="{034C9872-E19E-4589-A156-ECA97F2812EE}" destId="{E16C5486-C92B-441B-AC38-9E76EBA9D213}" srcOrd="6" destOrd="0" presId="urn:microsoft.com/office/officeart/2018/2/layout/IconVerticalSolidList"/>
    <dgm:cxn modelId="{361CA38C-49E1-42DB-A29E-E9C797647AD1}" type="presParOf" srcId="{E16C5486-C92B-441B-AC38-9E76EBA9D213}" destId="{CD39B3A1-3925-4A20-885F-D8E70911869C}" srcOrd="0" destOrd="0" presId="urn:microsoft.com/office/officeart/2018/2/layout/IconVerticalSolidList"/>
    <dgm:cxn modelId="{B444BB10-D0F4-4A2B-BACE-C00758954693}" type="presParOf" srcId="{E16C5486-C92B-441B-AC38-9E76EBA9D213}" destId="{33443067-7DE4-4864-9F13-05C036BFAED7}" srcOrd="1" destOrd="0" presId="urn:microsoft.com/office/officeart/2018/2/layout/IconVerticalSolidList"/>
    <dgm:cxn modelId="{B5E0E01B-5228-4800-86F6-583D09271D3F}" type="presParOf" srcId="{E16C5486-C92B-441B-AC38-9E76EBA9D213}" destId="{D2EADC63-CE9F-49AA-806D-7D47FD745F85}" srcOrd="2" destOrd="0" presId="urn:microsoft.com/office/officeart/2018/2/layout/IconVerticalSolidList"/>
    <dgm:cxn modelId="{34DA94D0-A772-4D65-B08F-DE5323D34CEE}" type="presParOf" srcId="{E16C5486-C92B-441B-AC38-9E76EBA9D213}" destId="{882A2EC7-C8E0-44F4-A172-96ED7DE5B8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04F283-ADA6-47B1-8A66-977BDF48AE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E15B84-914F-4262-9A3E-2D9169F3D9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E73996-F929-460A-8F27-3B810DEB2E2D}" type="parTrans" cxnId="{4721247C-F982-40C8-8637-FE7807B612F5}">
      <dgm:prSet/>
      <dgm:spPr/>
      <dgm:t>
        <a:bodyPr/>
        <a:lstStyle/>
        <a:p>
          <a:endParaRPr lang="en-US"/>
        </a:p>
      </dgm:t>
    </dgm:pt>
    <dgm:pt modelId="{D681A025-02E7-438B-AEAF-3EA1C68499AF}" type="sibTrans" cxnId="{4721247C-F982-40C8-8637-FE7807B612F5}">
      <dgm:prSet/>
      <dgm:spPr/>
      <dgm:t>
        <a:bodyPr/>
        <a:lstStyle/>
        <a:p>
          <a:endParaRPr lang="en-US"/>
        </a:p>
      </dgm:t>
    </dgm:pt>
    <dgm:pt modelId="{B7CB5C10-D378-4F14-91DC-9FC25EEEE1C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Observe users in their natural environment (“in the wild”).</a:t>
          </a:r>
          <a:endParaRPr lang="en-US">
            <a:latin typeface="Aptos Display" panose="02110004020202020204"/>
          </a:endParaRPr>
        </a:p>
      </dgm:t>
    </dgm:pt>
    <dgm:pt modelId="{62D0BADF-25C8-4EA2-9B26-B5345277ACAB}" type="parTrans" cxnId="{D812F2C7-4027-42FD-B38E-C5C2272218C5}">
      <dgm:prSet/>
      <dgm:spPr/>
    </dgm:pt>
    <dgm:pt modelId="{B02F916F-D5A6-49DC-91DE-CE6487A56E71}" type="sibTrans" cxnId="{D812F2C7-4027-42FD-B38E-C5C2272218C5}">
      <dgm:prSet/>
      <dgm:spPr/>
    </dgm:pt>
    <dgm:pt modelId="{CC018F16-E228-49C2-A743-EC58C6B257E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reveal real behaviors, workarounds, and context.</a:t>
          </a:r>
        </a:p>
      </dgm:t>
    </dgm:pt>
    <dgm:pt modelId="{7C625A03-FF94-48B4-8DF9-ABA36EC9A079}" type="parTrans" cxnId="{A89F332C-6D96-49AB-A7BB-15B481EE68F3}">
      <dgm:prSet/>
      <dgm:spPr/>
    </dgm:pt>
    <dgm:pt modelId="{E079A17B-F30F-4722-82EE-9D1F57D822C1}" type="sibTrans" cxnId="{A89F332C-6D96-49AB-A7BB-15B481EE68F3}">
      <dgm:prSet/>
      <dgm:spPr/>
    </dgm:pt>
    <dgm:pt modelId="{F4717EAB-8157-4FE2-B7FB-44ADF7A9203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</a:t>
          </a:r>
          <a:r>
            <a:rPr lang="en-US" b="1"/>
            <a:t>direct</a:t>
          </a:r>
          <a:r>
            <a:rPr lang="en-US"/>
            <a:t> (researcher present) or </a:t>
          </a:r>
          <a:r>
            <a:rPr lang="en-US" b="1"/>
            <a:t>indirect</a:t>
          </a:r>
          <a:r>
            <a:rPr lang="en-US"/>
            <a:t> (video, sensors).</a:t>
          </a:r>
        </a:p>
      </dgm:t>
    </dgm:pt>
    <dgm:pt modelId="{06DBF6D9-3DE9-4D53-82BA-8721F32597C8}" type="parTrans" cxnId="{0232A39A-AE17-4BE0-AA81-ED3588C5D6C4}">
      <dgm:prSet/>
      <dgm:spPr/>
    </dgm:pt>
    <dgm:pt modelId="{88604FB4-EA94-4D05-90C5-66F2C94C4E2E}" type="sibTrans" cxnId="{0232A39A-AE17-4BE0-AA81-ED3588C5D6C4}">
      <dgm:prSet/>
      <dgm:spPr/>
    </dgm:pt>
    <dgm:pt modelId="{760B3C7E-633D-4328-827E-7F603B1A54C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Advantage: authentic insight into activities.</a:t>
          </a:r>
        </a:p>
      </dgm:t>
    </dgm:pt>
    <dgm:pt modelId="{E5AEFB92-2135-4379-A5D5-D01FCAAA07FE}" type="parTrans" cxnId="{778ADD6C-5AAA-46F4-AF65-6D7672D86491}">
      <dgm:prSet/>
      <dgm:spPr/>
    </dgm:pt>
    <dgm:pt modelId="{515A12C6-112F-4A0A-A958-52B7F9ED85B7}" type="sibTrans" cxnId="{778ADD6C-5AAA-46F4-AF65-6D7672D86491}">
      <dgm:prSet/>
      <dgm:spPr/>
    </dgm:pt>
    <dgm:pt modelId="{48F90F5A-FB7E-4A4A-882B-FBF29AECA48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Limitation: time-consuming, observer effect.</a:t>
          </a:r>
        </a:p>
      </dgm:t>
    </dgm:pt>
    <dgm:pt modelId="{CFDE2C77-F927-40D1-993D-F666D28FB801}" type="parTrans" cxnId="{DEBBFB2C-B353-45AF-A59A-45DEFD3A0AEE}">
      <dgm:prSet/>
      <dgm:spPr/>
    </dgm:pt>
    <dgm:pt modelId="{EF24C578-455D-4E11-9D9A-1B29AA934E51}" type="sibTrans" cxnId="{DEBBFB2C-B353-45AF-A59A-45DEFD3A0AEE}">
      <dgm:prSet/>
      <dgm:spPr/>
    </dgm:pt>
    <dgm:pt modelId="{E9700C4E-B0C6-412C-8A93-F12117A2827F}" type="pres">
      <dgm:prSet presAssocID="{D004F283-ADA6-47B1-8A66-977BDF48AEC2}" presName="root" presStyleCnt="0">
        <dgm:presLayoutVars>
          <dgm:dir/>
          <dgm:resizeHandles val="exact"/>
        </dgm:presLayoutVars>
      </dgm:prSet>
      <dgm:spPr/>
    </dgm:pt>
    <dgm:pt modelId="{C996CCAA-42FD-403F-BFB9-C9C488385F3C}" type="pres">
      <dgm:prSet presAssocID="{B7CB5C10-D378-4F14-91DC-9FC25EEEE1C4}" presName="compNode" presStyleCnt="0"/>
      <dgm:spPr/>
    </dgm:pt>
    <dgm:pt modelId="{C6077F12-6B9C-423E-BECA-9EB8DB0D02FF}" type="pres">
      <dgm:prSet presAssocID="{B7CB5C10-D378-4F14-91DC-9FC25EEEE1C4}" presName="bgRect" presStyleLbl="bgShp" presStyleIdx="0" presStyleCnt="6"/>
      <dgm:spPr/>
    </dgm:pt>
    <dgm:pt modelId="{1D6ED25B-0EA0-4208-B536-2EDE505462AF}" type="pres">
      <dgm:prSet presAssocID="{B7CB5C10-D378-4F14-91DC-9FC25EEEE1C4}" presName="iconRect" presStyleLbl="node1" presStyleIdx="0" presStyleCnt="6"/>
      <dgm:spPr/>
    </dgm:pt>
    <dgm:pt modelId="{89556091-B16A-4B9E-AB35-01E3E71D1191}" type="pres">
      <dgm:prSet presAssocID="{B7CB5C10-D378-4F14-91DC-9FC25EEEE1C4}" presName="spaceRect" presStyleCnt="0"/>
      <dgm:spPr/>
    </dgm:pt>
    <dgm:pt modelId="{1B977876-42AE-4955-B9AB-EC4E7DA6470E}" type="pres">
      <dgm:prSet presAssocID="{B7CB5C10-D378-4F14-91DC-9FC25EEEE1C4}" presName="parTx" presStyleLbl="revTx" presStyleIdx="0" presStyleCnt="6">
        <dgm:presLayoutVars>
          <dgm:chMax val="0"/>
          <dgm:chPref val="0"/>
        </dgm:presLayoutVars>
      </dgm:prSet>
      <dgm:spPr/>
    </dgm:pt>
    <dgm:pt modelId="{F3706704-0A52-472B-AA68-38A380159313}" type="pres">
      <dgm:prSet presAssocID="{B02F916F-D5A6-49DC-91DE-CE6487A56E71}" presName="sibTrans" presStyleCnt="0"/>
      <dgm:spPr/>
    </dgm:pt>
    <dgm:pt modelId="{9520DEB4-19A7-46D4-B628-273B134CA3A2}" type="pres">
      <dgm:prSet presAssocID="{CC018F16-E228-49C2-A743-EC58C6B257E4}" presName="compNode" presStyleCnt="0"/>
      <dgm:spPr/>
    </dgm:pt>
    <dgm:pt modelId="{582DF371-48B6-4DA2-A367-D2BAE5CFFED4}" type="pres">
      <dgm:prSet presAssocID="{CC018F16-E228-49C2-A743-EC58C6B257E4}" presName="bgRect" presStyleLbl="bgShp" presStyleIdx="1" presStyleCnt="6"/>
      <dgm:spPr/>
    </dgm:pt>
    <dgm:pt modelId="{4B0E2330-67BA-47DB-9CEC-EA7262DAA034}" type="pres">
      <dgm:prSet presAssocID="{CC018F16-E228-49C2-A743-EC58C6B257E4}" presName="iconRect" presStyleLbl="node1" presStyleIdx="1" presStyleCnt="6"/>
      <dgm:spPr/>
    </dgm:pt>
    <dgm:pt modelId="{2321D05C-732C-46D5-9051-D67CD544C88E}" type="pres">
      <dgm:prSet presAssocID="{CC018F16-E228-49C2-A743-EC58C6B257E4}" presName="spaceRect" presStyleCnt="0"/>
      <dgm:spPr/>
    </dgm:pt>
    <dgm:pt modelId="{7C74B73E-0B5C-4A23-B9E9-8689CDE32FB3}" type="pres">
      <dgm:prSet presAssocID="{CC018F16-E228-49C2-A743-EC58C6B257E4}" presName="parTx" presStyleLbl="revTx" presStyleIdx="1" presStyleCnt="6">
        <dgm:presLayoutVars>
          <dgm:chMax val="0"/>
          <dgm:chPref val="0"/>
        </dgm:presLayoutVars>
      </dgm:prSet>
      <dgm:spPr/>
    </dgm:pt>
    <dgm:pt modelId="{F5CF0C4F-5565-421D-ADA3-715BC9AC076A}" type="pres">
      <dgm:prSet presAssocID="{E079A17B-F30F-4722-82EE-9D1F57D822C1}" presName="sibTrans" presStyleCnt="0"/>
      <dgm:spPr/>
    </dgm:pt>
    <dgm:pt modelId="{B9EDFEF7-0690-4EE8-906C-2F3EEB829F10}" type="pres">
      <dgm:prSet presAssocID="{F4717EAB-8157-4FE2-B7FB-44ADF7A92031}" presName="compNode" presStyleCnt="0"/>
      <dgm:spPr/>
    </dgm:pt>
    <dgm:pt modelId="{44724FCD-9D23-42A1-BF39-635ADB7C5835}" type="pres">
      <dgm:prSet presAssocID="{F4717EAB-8157-4FE2-B7FB-44ADF7A92031}" presName="bgRect" presStyleLbl="bgShp" presStyleIdx="2" presStyleCnt="6"/>
      <dgm:spPr/>
    </dgm:pt>
    <dgm:pt modelId="{94CE2D08-EE19-42CD-BB37-BF3DEADAB354}" type="pres">
      <dgm:prSet presAssocID="{F4717EAB-8157-4FE2-B7FB-44ADF7A92031}" presName="iconRect" presStyleLbl="node1" presStyleIdx="2" presStyleCnt="6"/>
      <dgm:spPr/>
    </dgm:pt>
    <dgm:pt modelId="{40503E31-82B1-426D-BF32-5A560C9EC4C6}" type="pres">
      <dgm:prSet presAssocID="{F4717EAB-8157-4FE2-B7FB-44ADF7A92031}" presName="spaceRect" presStyleCnt="0"/>
      <dgm:spPr/>
    </dgm:pt>
    <dgm:pt modelId="{6F1DB35C-30ED-463C-A2B3-3DFAAE80426D}" type="pres">
      <dgm:prSet presAssocID="{F4717EAB-8157-4FE2-B7FB-44ADF7A92031}" presName="parTx" presStyleLbl="revTx" presStyleIdx="2" presStyleCnt="6">
        <dgm:presLayoutVars>
          <dgm:chMax val="0"/>
          <dgm:chPref val="0"/>
        </dgm:presLayoutVars>
      </dgm:prSet>
      <dgm:spPr/>
    </dgm:pt>
    <dgm:pt modelId="{6FE83905-B193-40B1-8FCF-B31A092CFCEF}" type="pres">
      <dgm:prSet presAssocID="{88604FB4-EA94-4D05-90C5-66F2C94C4E2E}" presName="sibTrans" presStyleCnt="0"/>
      <dgm:spPr/>
    </dgm:pt>
    <dgm:pt modelId="{E247C5BD-A5A2-45BB-817E-71D41625A5D4}" type="pres">
      <dgm:prSet presAssocID="{760B3C7E-633D-4328-827E-7F603B1A54CC}" presName="compNode" presStyleCnt="0"/>
      <dgm:spPr/>
    </dgm:pt>
    <dgm:pt modelId="{86596FBA-3FB2-4672-905C-A77F52A34CE7}" type="pres">
      <dgm:prSet presAssocID="{760B3C7E-633D-4328-827E-7F603B1A54CC}" presName="bgRect" presStyleLbl="bgShp" presStyleIdx="3" presStyleCnt="6"/>
      <dgm:spPr/>
    </dgm:pt>
    <dgm:pt modelId="{2266C1F9-70C6-437F-AFDC-768CFE1FA72B}" type="pres">
      <dgm:prSet presAssocID="{760B3C7E-633D-4328-827E-7F603B1A54CC}" presName="iconRect" presStyleLbl="node1" presStyleIdx="3" presStyleCnt="6"/>
      <dgm:spPr/>
    </dgm:pt>
    <dgm:pt modelId="{3F5AB276-AF53-478E-85F2-D897FB3A2413}" type="pres">
      <dgm:prSet presAssocID="{760B3C7E-633D-4328-827E-7F603B1A54CC}" presName="spaceRect" presStyleCnt="0"/>
      <dgm:spPr/>
    </dgm:pt>
    <dgm:pt modelId="{2D7DDF1A-FD44-4ECE-A360-2F5C1ADF5585}" type="pres">
      <dgm:prSet presAssocID="{760B3C7E-633D-4328-827E-7F603B1A54CC}" presName="parTx" presStyleLbl="revTx" presStyleIdx="3" presStyleCnt="6">
        <dgm:presLayoutVars>
          <dgm:chMax val="0"/>
          <dgm:chPref val="0"/>
        </dgm:presLayoutVars>
      </dgm:prSet>
      <dgm:spPr/>
    </dgm:pt>
    <dgm:pt modelId="{AB5D5656-0BD4-4D11-AE06-310B7945AC28}" type="pres">
      <dgm:prSet presAssocID="{515A12C6-112F-4A0A-A958-52B7F9ED85B7}" presName="sibTrans" presStyleCnt="0"/>
      <dgm:spPr/>
    </dgm:pt>
    <dgm:pt modelId="{7D3BDAB8-4C9D-4DF2-B4C4-41E7574240B6}" type="pres">
      <dgm:prSet presAssocID="{48F90F5A-FB7E-4A4A-882B-FBF29AECA48E}" presName="compNode" presStyleCnt="0"/>
      <dgm:spPr/>
    </dgm:pt>
    <dgm:pt modelId="{838DA137-DE75-4CB4-902A-F54CB0F53191}" type="pres">
      <dgm:prSet presAssocID="{48F90F5A-FB7E-4A4A-882B-FBF29AECA48E}" presName="bgRect" presStyleLbl="bgShp" presStyleIdx="4" presStyleCnt="6"/>
      <dgm:spPr/>
    </dgm:pt>
    <dgm:pt modelId="{DB19C2E3-52F9-4773-B2B1-A3CD227891D3}" type="pres">
      <dgm:prSet presAssocID="{48F90F5A-FB7E-4A4A-882B-FBF29AECA48E}" presName="iconRect" presStyleLbl="node1" presStyleIdx="4" presStyleCnt="6"/>
      <dgm:spPr/>
    </dgm:pt>
    <dgm:pt modelId="{9F0B073E-377E-41A5-AF71-06A0E60E690E}" type="pres">
      <dgm:prSet presAssocID="{48F90F5A-FB7E-4A4A-882B-FBF29AECA48E}" presName="spaceRect" presStyleCnt="0"/>
      <dgm:spPr/>
    </dgm:pt>
    <dgm:pt modelId="{BB11790B-970A-41DD-B0A4-E21028840D51}" type="pres">
      <dgm:prSet presAssocID="{48F90F5A-FB7E-4A4A-882B-FBF29AECA48E}" presName="parTx" presStyleLbl="revTx" presStyleIdx="4" presStyleCnt="6">
        <dgm:presLayoutVars>
          <dgm:chMax val="0"/>
          <dgm:chPref val="0"/>
        </dgm:presLayoutVars>
      </dgm:prSet>
      <dgm:spPr/>
    </dgm:pt>
    <dgm:pt modelId="{708C04A7-D55F-4A8E-A401-2D85010F8770}" type="pres">
      <dgm:prSet presAssocID="{EF24C578-455D-4E11-9D9A-1B29AA934E51}" presName="sibTrans" presStyleCnt="0"/>
      <dgm:spPr/>
    </dgm:pt>
    <dgm:pt modelId="{6EFD864C-CA16-4582-A8B2-DDA09BF5AD8A}" type="pres">
      <dgm:prSet presAssocID="{41E15B84-914F-4262-9A3E-2D9169F3D92A}" presName="compNode" presStyleCnt="0"/>
      <dgm:spPr/>
    </dgm:pt>
    <dgm:pt modelId="{44B20C4E-0A97-4B84-A672-8A62DB65C2A1}" type="pres">
      <dgm:prSet presAssocID="{41E15B84-914F-4262-9A3E-2D9169F3D92A}" presName="bgRect" presStyleLbl="bgShp" presStyleIdx="5" presStyleCnt="6"/>
      <dgm:spPr/>
    </dgm:pt>
    <dgm:pt modelId="{64759BEA-E678-4A78-ADE0-243149D16033}" type="pres">
      <dgm:prSet presAssocID="{41E15B84-914F-4262-9A3E-2D9169F3D92A}" presName="iconRect" presStyleLbl="nod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E5DAFBD-F28C-4183-B394-F346BA20715E}" type="pres">
      <dgm:prSet presAssocID="{41E15B84-914F-4262-9A3E-2D9169F3D92A}" presName="spaceRect" presStyleCnt="0"/>
      <dgm:spPr/>
    </dgm:pt>
    <dgm:pt modelId="{C3C3A24E-D446-4B48-9D45-D4A889F38641}" type="pres">
      <dgm:prSet presAssocID="{41E15B84-914F-4262-9A3E-2D9169F3D92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641D515-6C51-4857-9AF8-5B3CDF3C8D04}" type="presOf" srcId="{41E15B84-914F-4262-9A3E-2D9169F3D92A}" destId="{C3C3A24E-D446-4B48-9D45-D4A889F38641}" srcOrd="0" destOrd="0" presId="urn:microsoft.com/office/officeart/2018/2/layout/IconVerticalSolidList"/>
    <dgm:cxn modelId="{A89F332C-6D96-49AB-A7BB-15B481EE68F3}" srcId="{D004F283-ADA6-47B1-8A66-977BDF48AEC2}" destId="{CC018F16-E228-49C2-A743-EC58C6B257E4}" srcOrd="1" destOrd="0" parTransId="{7C625A03-FF94-48B4-8DF9-ABA36EC9A079}" sibTransId="{E079A17B-F30F-4722-82EE-9D1F57D822C1}"/>
    <dgm:cxn modelId="{DEBBFB2C-B353-45AF-A59A-45DEFD3A0AEE}" srcId="{D004F283-ADA6-47B1-8A66-977BDF48AEC2}" destId="{48F90F5A-FB7E-4A4A-882B-FBF29AECA48E}" srcOrd="4" destOrd="0" parTransId="{CFDE2C77-F927-40D1-993D-F666D28FB801}" sibTransId="{EF24C578-455D-4E11-9D9A-1B29AA934E51}"/>
    <dgm:cxn modelId="{D9B6E961-40E8-44C7-AB3F-4EE2BD8C25D5}" type="presOf" srcId="{760B3C7E-633D-4328-827E-7F603B1A54CC}" destId="{2D7DDF1A-FD44-4ECE-A360-2F5C1ADF5585}" srcOrd="0" destOrd="0" presId="urn:microsoft.com/office/officeart/2018/2/layout/IconVerticalSolidList"/>
    <dgm:cxn modelId="{BE2DDF43-B528-49E8-9F60-7C97432AF610}" type="presOf" srcId="{F4717EAB-8157-4FE2-B7FB-44ADF7A92031}" destId="{6F1DB35C-30ED-463C-A2B3-3DFAAE80426D}" srcOrd="0" destOrd="0" presId="urn:microsoft.com/office/officeart/2018/2/layout/IconVerticalSolidList"/>
    <dgm:cxn modelId="{778ADD6C-5AAA-46F4-AF65-6D7672D86491}" srcId="{D004F283-ADA6-47B1-8A66-977BDF48AEC2}" destId="{760B3C7E-633D-4328-827E-7F603B1A54CC}" srcOrd="3" destOrd="0" parTransId="{E5AEFB92-2135-4379-A5D5-D01FCAAA07FE}" sibTransId="{515A12C6-112F-4A0A-A958-52B7F9ED85B7}"/>
    <dgm:cxn modelId="{2FFD106D-DA58-49F1-9879-C5B9E9F582D3}" type="presOf" srcId="{48F90F5A-FB7E-4A4A-882B-FBF29AECA48E}" destId="{BB11790B-970A-41DD-B0A4-E21028840D51}" srcOrd="0" destOrd="0" presId="urn:microsoft.com/office/officeart/2018/2/layout/IconVerticalSolidList"/>
    <dgm:cxn modelId="{4721247C-F982-40C8-8637-FE7807B612F5}" srcId="{D004F283-ADA6-47B1-8A66-977BDF48AEC2}" destId="{41E15B84-914F-4262-9A3E-2D9169F3D92A}" srcOrd="5" destOrd="0" parTransId="{4AE73996-F929-460A-8F27-3B810DEB2E2D}" sibTransId="{D681A025-02E7-438B-AEAF-3EA1C68499AF}"/>
    <dgm:cxn modelId="{0232A39A-AE17-4BE0-AA81-ED3588C5D6C4}" srcId="{D004F283-ADA6-47B1-8A66-977BDF48AEC2}" destId="{F4717EAB-8157-4FE2-B7FB-44ADF7A92031}" srcOrd="2" destOrd="0" parTransId="{06DBF6D9-3DE9-4D53-82BA-8721F32597C8}" sibTransId="{88604FB4-EA94-4D05-90C5-66F2C94C4E2E}"/>
    <dgm:cxn modelId="{9A6703B0-1B61-4654-BD34-7AD29A3E4A26}" type="presOf" srcId="{CC018F16-E228-49C2-A743-EC58C6B257E4}" destId="{7C74B73E-0B5C-4A23-B9E9-8689CDE32FB3}" srcOrd="0" destOrd="0" presId="urn:microsoft.com/office/officeart/2018/2/layout/IconVerticalSolidList"/>
    <dgm:cxn modelId="{400123B8-E04C-46B3-A710-B6B8A63E1F1A}" type="presOf" srcId="{B7CB5C10-D378-4F14-91DC-9FC25EEEE1C4}" destId="{1B977876-42AE-4955-B9AB-EC4E7DA6470E}" srcOrd="0" destOrd="0" presId="urn:microsoft.com/office/officeart/2018/2/layout/IconVerticalSolidList"/>
    <dgm:cxn modelId="{FEB8ACC7-2CC3-4141-BA06-EC72A1CEECF7}" type="presOf" srcId="{D004F283-ADA6-47B1-8A66-977BDF48AEC2}" destId="{E9700C4E-B0C6-412C-8A93-F12117A2827F}" srcOrd="0" destOrd="0" presId="urn:microsoft.com/office/officeart/2018/2/layout/IconVerticalSolidList"/>
    <dgm:cxn modelId="{D812F2C7-4027-42FD-B38E-C5C2272218C5}" srcId="{D004F283-ADA6-47B1-8A66-977BDF48AEC2}" destId="{B7CB5C10-D378-4F14-91DC-9FC25EEEE1C4}" srcOrd="0" destOrd="0" parTransId="{62D0BADF-25C8-4EA2-9B26-B5345277ACAB}" sibTransId="{B02F916F-D5A6-49DC-91DE-CE6487A56E71}"/>
    <dgm:cxn modelId="{50DF7F16-464D-4856-AFFA-F6550C27BF1E}" type="presParOf" srcId="{E9700C4E-B0C6-412C-8A93-F12117A2827F}" destId="{C996CCAA-42FD-403F-BFB9-C9C488385F3C}" srcOrd="0" destOrd="0" presId="urn:microsoft.com/office/officeart/2018/2/layout/IconVerticalSolidList"/>
    <dgm:cxn modelId="{D12B0EE3-00AE-4455-8BCB-65568AE4BEDB}" type="presParOf" srcId="{C996CCAA-42FD-403F-BFB9-C9C488385F3C}" destId="{C6077F12-6B9C-423E-BECA-9EB8DB0D02FF}" srcOrd="0" destOrd="0" presId="urn:microsoft.com/office/officeart/2018/2/layout/IconVerticalSolidList"/>
    <dgm:cxn modelId="{6F2818A3-89F8-4B6F-998E-C34828A591DB}" type="presParOf" srcId="{C996CCAA-42FD-403F-BFB9-C9C488385F3C}" destId="{1D6ED25B-0EA0-4208-B536-2EDE505462AF}" srcOrd="1" destOrd="0" presId="urn:microsoft.com/office/officeart/2018/2/layout/IconVerticalSolidList"/>
    <dgm:cxn modelId="{2ABBAF5B-1FFA-479B-9B9C-4CC584BA1145}" type="presParOf" srcId="{C996CCAA-42FD-403F-BFB9-C9C488385F3C}" destId="{89556091-B16A-4B9E-AB35-01E3E71D1191}" srcOrd="2" destOrd="0" presId="urn:microsoft.com/office/officeart/2018/2/layout/IconVerticalSolidList"/>
    <dgm:cxn modelId="{C5C7A809-EA09-4503-8598-D222A2D86C81}" type="presParOf" srcId="{C996CCAA-42FD-403F-BFB9-C9C488385F3C}" destId="{1B977876-42AE-4955-B9AB-EC4E7DA6470E}" srcOrd="3" destOrd="0" presId="urn:microsoft.com/office/officeart/2018/2/layout/IconVerticalSolidList"/>
    <dgm:cxn modelId="{F769549A-41D8-409B-9CB0-C3306AC5F5BD}" type="presParOf" srcId="{E9700C4E-B0C6-412C-8A93-F12117A2827F}" destId="{F3706704-0A52-472B-AA68-38A380159313}" srcOrd="1" destOrd="0" presId="urn:microsoft.com/office/officeart/2018/2/layout/IconVerticalSolidList"/>
    <dgm:cxn modelId="{90F40922-FD5E-431C-AA7B-5BDBD17CF63A}" type="presParOf" srcId="{E9700C4E-B0C6-412C-8A93-F12117A2827F}" destId="{9520DEB4-19A7-46D4-B628-273B134CA3A2}" srcOrd="2" destOrd="0" presId="urn:microsoft.com/office/officeart/2018/2/layout/IconVerticalSolidList"/>
    <dgm:cxn modelId="{1BFD5EF1-5BF6-469A-9188-9B3E6EACBE92}" type="presParOf" srcId="{9520DEB4-19A7-46D4-B628-273B134CA3A2}" destId="{582DF371-48B6-4DA2-A367-D2BAE5CFFED4}" srcOrd="0" destOrd="0" presId="urn:microsoft.com/office/officeart/2018/2/layout/IconVerticalSolidList"/>
    <dgm:cxn modelId="{0F477C9A-A179-45CE-839C-AF580FE4A226}" type="presParOf" srcId="{9520DEB4-19A7-46D4-B628-273B134CA3A2}" destId="{4B0E2330-67BA-47DB-9CEC-EA7262DAA034}" srcOrd="1" destOrd="0" presId="urn:microsoft.com/office/officeart/2018/2/layout/IconVerticalSolidList"/>
    <dgm:cxn modelId="{942E60BE-F16D-45C3-8165-2CB634740005}" type="presParOf" srcId="{9520DEB4-19A7-46D4-B628-273B134CA3A2}" destId="{2321D05C-732C-46D5-9051-D67CD544C88E}" srcOrd="2" destOrd="0" presId="urn:microsoft.com/office/officeart/2018/2/layout/IconVerticalSolidList"/>
    <dgm:cxn modelId="{008B0037-9886-444A-AE25-AEEE1F358E49}" type="presParOf" srcId="{9520DEB4-19A7-46D4-B628-273B134CA3A2}" destId="{7C74B73E-0B5C-4A23-B9E9-8689CDE32FB3}" srcOrd="3" destOrd="0" presId="urn:microsoft.com/office/officeart/2018/2/layout/IconVerticalSolidList"/>
    <dgm:cxn modelId="{F8EC0440-9A15-438C-A0E6-3D992C6497F3}" type="presParOf" srcId="{E9700C4E-B0C6-412C-8A93-F12117A2827F}" destId="{F5CF0C4F-5565-421D-ADA3-715BC9AC076A}" srcOrd="3" destOrd="0" presId="urn:microsoft.com/office/officeart/2018/2/layout/IconVerticalSolidList"/>
    <dgm:cxn modelId="{C77589B2-DD2E-49E9-9608-88E4845CC934}" type="presParOf" srcId="{E9700C4E-B0C6-412C-8A93-F12117A2827F}" destId="{B9EDFEF7-0690-4EE8-906C-2F3EEB829F10}" srcOrd="4" destOrd="0" presId="urn:microsoft.com/office/officeart/2018/2/layout/IconVerticalSolidList"/>
    <dgm:cxn modelId="{2FE2A094-D5DB-4F2F-84DE-E3D7C91F2707}" type="presParOf" srcId="{B9EDFEF7-0690-4EE8-906C-2F3EEB829F10}" destId="{44724FCD-9D23-42A1-BF39-635ADB7C5835}" srcOrd="0" destOrd="0" presId="urn:microsoft.com/office/officeart/2018/2/layout/IconVerticalSolidList"/>
    <dgm:cxn modelId="{3FAC8446-86C3-403E-BC1D-0D99DAAACE16}" type="presParOf" srcId="{B9EDFEF7-0690-4EE8-906C-2F3EEB829F10}" destId="{94CE2D08-EE19-42CD-BB37-BF3DEADAB354}" srcOrd="1" destOrd="0" presId="urn:microsoft.com/office/officeart/2018/2/layout/IconVerticalSolidList"/>
    <dgm:cxn modelId="{9140095B-8B03-4518-B879-55FBF9FB49B0}" type="presParOf" srcId="{B9EDFEF7-0690-4EE8-906C-2F3EEB829F10}" destId="{40503E31-82B1-426D-BF32-5A560C9EC4C6}" srcOrd="2" destOrd="0" presId="urn:microsoft.com/office/officeart/2018/2/layout/IconVerticalSolidList"/>
    <dgm:cxn modelId="{999F6100-4F50-4BF2-886B-5D08B3C3EDAE}" type="presParOf" srcId="{B9EDFEF7-0690-4EE8-906C-2F3EEB829F10}" destId="{6F1DB35C-30ED-463C-A2B3-3DFAAE80426D}" srcOrd="3" destOrd="0" presId="urn:microsoft.com/office/officeart/2018/2/layout/IconVerticalSolidList"/>
    <dgm:cxn modelId="{9FA2B9B0-F952-48B1-85AB-EFCA01FBEC77}" type="presParOf" srcId="{E9700C4E-B0C6-412C-8A93-F12117A2827F}" destId="{6FE83905-B193-40B1-8FCF-B31A092CFCEF}" srcOrd="5" destOrd="0" presId="urn:microsoft.com/office/officeart/2018/2/layout/IconVerticalSolidList"/>
    <dgm:cxn modelId="{AA49042E-35D5-49BB-B0DD-AB93FF09C421}" type="presParOf" srcId="{E9700C4E-B0C6-412C-8A93-F12117A2827F}" destId="{E247C5BD-A5A2-45BB-817E-71D41625A5D4}" srcOrd="6" destOrd="0" presId="urn:microsoft.com/office/officeart/2018/2/layout/IconVerticalSolidList"/>
    <dgm:cxn modelId="{18BDAC0C-87E0-40D2-B044-97DF68545352}" type="presParOf" srcId="{E247C5BD-A5A2-45BB-817E-71D41625A5D4}" destId="{86596FBA-3FB2-4672-905C-A77F52A34CE7}" srcOrd="0" destOrd="0" presId="urn:microsoft.com/office/officeart/2018/2/layout/IconVerticalSolidList"/>
    <dgm:cxn modelId="{C9A1C6E4-4473-45FE-80F9-E6160B5C5DFC}" type="presParOf" srcId="{E247C5BD-A5A2-45BB-817E-71D41625A5D4}" destId="{2266C1F9-70C6-437F-AFDC-768CFE1FA72B}" srcOrd="1" destOrd="0" presId="urn:microsoft.com/office/officeart/2018/2/layout/IconVerticalSolidList"/>
    <dgm:cxn modelId="{2E18ADD6-A5FF-40C5-A592-0A4FC80F569A}" type="presParOf" srcId="{E247C5BD-A5A2-45BB-817E-71D41625A5D4}" destId="{3F5AB276-AF53-478E-85F2-D897FB3A2413}" srcOrd="2" destOrd="0" presId="urn:microsoft.com/office/officeart/2018/2/layout/IconVerticalSolidList"/>
    <dgm:cxn modelId="{B295A822-CB2F-466A-96B0-4893FBE67EB8}" type="presParOf" srcId="{E247C5BD-A5A2-45BB-817E-71D41625A5D4}" destId="{2D7DDF1A-FD44-4ECE-A360-2F5C1ADF5585}" srcOrd="3" destOrd="0" presId="urn:microsoft.com/office/officeart/2018/2/layout/IconVerticalSolidList"/>
    <dgm:cxn modelId="{086D3BF8-BAA6-42AF-9DD8-81EB99475904}" type="presParOf" srcId="{E9700C4E-B0C6-412C-8A93-F12117A2827F}" destId="{AB5D5656-0BD4-4D11-AE06-310B7945AC28}" srcOrd="7" destOrd="0" presId="urn:microsoft.com/office/officeart/2018/2/layout/IconVerticalSolidList"/>
    <dgm:cxn modelId="{A237C653-7586-4222-97BD-D5057AE6585B}" type="presParOf" srcId="{E9700C4E-B0C6-412C-8A93-F12117A2827F}" destId="{7D3BDAB8-4C9D-4DF2-B4C4-41E7574240B6}" srcOrd="8" destOrd="0" presId="urn:microsoft.com/office/officeart/2018/2/layout/IconVerticalSolidList"/>
    <dgm:cxn modelId="{5758C96A-588F-4242-9A84-6094816FA054}" type="presParOf" srcId="{7D3BDAB8-4C9D-4DF2-B4C4-41E7574240B6}" destId="{838DA137-DE75-4CB4-902A-F54CB0F53191}" srcOrd="0" destOrd="0" presId="urn:microsoft.com/office/officeart/2018/2/layout/IconVerticalSolidList"/>
    <dgm:cxn modelId="{205F28A3-3DC8-489F-9A1D-426FFF00D8E0}" type="presParOf" srcId="{7D3BDAB8-4C9D-4DF2-B4C4-41E7574240B6}" destId="{DB19C2E3-52F9-4773-B2B1-A3CD227891D3}" srcOrd="1" destOrd="0" presId="urn:microsoft.com/office/officeart/2018/2/layout/IconVerticalSolidList"/>
    <dgm:cxn modelId="{F3D3BFA3-6881-47D8-B31F-FBD20E33422D}" type="presParOf" srcId="{7D3BDAB8-4C9D-4DF2-B4C4-41E7574240B6}" destId="{9F0B073E-377E-41A5-AF71-06A0E60E690E}" srcOrd="2" destOrd="0" presId="urn:microsoft.com/office/officeart/2018/2/layout/IconVerticalSolidList"/>
    <dgm:cxn modelId="{AA85D293-933D-459E-B467-DFBC2C1E90C2}" type="presParOf" srcId="{7D3BDAB8-4C9D-4DF2-B4C4-41E7574240B6}" destId="{BB11790B-970A-41DD-B0A4-E21028840D51}" srcOrd="3" destOrd="0" presId="urn:microsoft.com/office/officeart/2018/2/layout/IconVerticalSolidList"/>
    <dgm:cxn modelId="{4A9978B5-5C2E-44E1-A3CB-B526F09934CB}" type="presParOf" srcId="{E9700C4E-B0C6-412C-8A93-F12117A2827F}" destId="{708C04A7-D55F-4A8E-A401-2D85010F8770}" srcOrd="9" destOrd="0" presId="urn:microsoft.com/office/officeart/2018/2/layout/IconVerticalSolidList"/>
    <dgm:cxn modelId="{503D47A4-1C64-4D42-BFB8-82CE6918CFE9}" type="presParOf" srcId="{E9700C4E-B0C6-412C-8A93-F12117A2827F}" destId="{6EFD864C-CA16-4582-A8B2-DDA09BF5AD8A}" srcOrd="10" destOrd="0" presId="urn:microsoft.com/office/officeart/2018/2/layout/IconVerticalSolidList"/>
    <dgm:cxn modelId="{59709609-4A25-41C3-A1C7-7D83BDD6E69E}" type="presParOf" srcId="{6EFD864C-CA16-4582-A8B2-DDA09BF5AD8A}" destId="{44B20C4E-0A97-4B84-A672-8A62DB65C2A1}" srcOrd="0" destOrd="0" presId="urn:microsoft.com/office/officeart/2018/2/layout/IconVerticalSolidList"/>
    <dgm:cxn modelId="{DB817D66-375A-4E52-B24C-CBFB85C0F52E}" type="presParOf" srcId="{6EFD864C-CA16-4582-A8B2-DDA09BF5AD8A}" destId="{64759BEA-E678-4A78-ADE0-243149D16033}" srcOrd="1" destOrd="0" presId="urn:microsoft.com/office/officeart/2018/2/layout/IconVerticalSolidList"/>
    <dgm:cxn modelId="{12E590D7-676C-4861-A782-2E8FB5646519}" type="presParOf" srcId="{6EFD864C-CA16-4582-A8B2-DDA09BF5AD8A}" destId="{9E5DAFBD-F28C-4183-B394-F346BA20715E}" srcOrd="2" destOrd="0" presId="urn:microsoft.com/office/officeart/2018/2/layout/IconVerticalSolidList"/>
    <dgm:cxn modelId="{976F34A3-0862-42AC-99F1-E66A53D90011}" type="presParOf" srcId="{6EFD864C-CA16-4582-A8B2-DDA09BF5AD8A}" destId="{C3C3A24E-D446-4B48-9D45-D4A889F386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5F5DE3-BB0B-4B20-BFAC-AEC70F24BB1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003D5D-1AAF-4F97-8E8C-8018E35B553F}">
      <dgm:prSet/>
      <dgm:spPr/>
      <dgm:t>
        <a:bodyPr/>
        <a:lstStyle/>
        <a:p>
          <a:endParaRPr lang="en-US"/>
        </a:p>
      </dgm:t>
    </dgm:pt>
    <dgm:pt modelId="{8DDFC7EF-47BF-41F3-BA06-20FB36549A71}" type="parTrans" cxnId="{F47179C1-834C-466B-BA55-999BB3345071}">
      <dgm:prSet/>
      <dgm:spPr/>
      <dgm:t>
        <a:bodyPr/>
        <a:lstStyle/>
        <a:p>
          <a:endParaRPr lang="en-US"/>
        </a:p>
      </dgm:t>
    </dgm:pt>
    <dgm:pt modelId="{52FE841E-1CFA-406B-8BEE-0A368D844CA0}" type="sibTrans" cxnId="{F47179C1-834C-466B-BA55-999BB3345071}">
      <dgm:prSet/>
      <dgm:spPr/>
      <dgm:t>
        <a:bodyPr/>
        <a:lstStyle/>
        <a:p>
          <a:endParaRPr lang="en-US"/>
        </a:p>
      </dgm:t>
    </dgm:pt>
    <dgm:pt modelId="{D1D2079E-4B1A-49E3-839F-ED55D8C85A89}">
      <dgm:prSet phldr="0"/>
      <dgm:spPr/>
      <dgm:t>
        <a:bodyPr/>
        <a:lstStyle/>
        <a:p>
          <a:pPr rtl="0"/>
          <a:r>
            <a:rPr lang="en-US" sz="1100">
              <a:latin typeface="Cambria"/>
              <a:ea typeface="Cambria"/>
            </a:rPr>
            <a:t>Interviews are structured or informal conversations to understand users’ experiences and motivations or </a:t>
          </a:r>
          <a:br>
            <a:rPr lang="en-US" sz="1100">
              <a:latin typeface="Cambria"/>
              <a:ea typeface="Cambria"/>
            </a:rPr>
          </a:br>
          <a:r>
            <a:rPr lang="en-US" sz="1100">
              <a:latin typeface="Cambria"/>
              <a:ea typeface="Cambria"/>
            </a:rPr>
            <a:t> </a:t>
          </a:r>
          <a:br>
            <a:rPr lang="en-US" sz="1100">
              <a:latin typeface="Cambria"/>
              <a:ea typeface="Cambria"/>
            </a:rPr>
          </a:br>
          <a:r>
            <a:rPr lang="en-US"/>
            <a:t>One-on-one or small-group discussions with users or stakeholders.</a:t>
          </a:r>
          <a:endParaRPr lang="en-US">
            <a:latin typeface="Aptos Display" panose="02110004020202020204"/>
          </a:endParaRPr>
        </a:p>
      </dgm:t>
    </dgm:pt>
    <dgm:pt modelId="{6D9F36C0-60E0-4CC9-B913-38B9B1F96EC0}" type="parTrans" cxnId="{9AA32C33-CA78-4455-8D94-8481C9733A92}">
      <dgm:prSet/>
      <dgm:spPr/>
    </dgm:pt>
    <dgm:pt modelId="{F255BEEE-F973-4196-8A1F-454FC134F5A8}" type="sibTrans" cxnId="{9AA32C33-CA78-4455-8D94-8481C9733A92}">
      <dgm:prSet/>
      <dgm:spPr/>
      <dgm:t>
        <a:bodyPr/>
        <a:lstStyle/>
        <a:p>
          <a:endParaRPr lang="en-US"/>
        </a:p>
      </dgm:t>
    </dgm:pt>
    <dgm:pt modelId="{A3418492-B338-46D0-983E-1C0972EFCCC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They can be Structured</a:t>
          </a:r>
          <a:r>
            <a:rPr lang="en-US"/>
            <a:t>, semi-structured, or unstructured formats.</a:t>
          </a:r>
        </a:p>
      </dgm:t>
    </dgm:pt>
    <dgm:pt modelId="{D818ABEE-4BD2-4F2C-A52E-17E91172CD41}" type="parTrans" cxnId="{ACCCE941-D81C-4D70-866A-E24A98730CAA}">
      <dgm:prSet/>
      <dgm:spPr/>
    </dgm:pt>
    <dgm:pt modelId="{448BBEB1-8E25-45F7-B00A-ED1D86355DA5}" type="sibTrans" cxnId="{ACCCE941-D81C-4D70-866A-E24A98730CAA}">
      <dgm:prSet/>
      <dgm:spPr/>
      <dgm:t>
        <a:bodyPr/>
        <a:lstStyle/>
        <a:p>
          <a:endParaRPr lang="en-US"/>
        </a:p>
      </dgm:t>
    </dgm:pt>
    <dgm:pt modelId="{CF14AA6A-12BE-4B00-8ACB-A163FC5CAAC5}">
      <dgm:prSet phldr="0"/>
      <dgm:spPr/>
      <dgm:t>
        <a:bodyPr/>
        <a:lstStyle/>
        <a:p>
          <a:r>
            <a:rPr lang="en-US"/>
            <a:t>Strengths: depth and flexibility; can reveal motivations behind actions.</a:t>
          </a:r>
        </a:p>
      </dgm:t>
    </dgm:pt>
    <dgm:pt modelId="{BA00B447-896E-45B0-BDD8-C80727B0FF4B}" type="parTrans" cxnId="{0BBFB398-194B-4EC7-B613-D7399A777901}">
      <dgm:prSet/>
      <dgm:spPr/>
    </dgm:pt>
    <dgm:pt modelId="{D1EA167E-EE7D-4F49-B376-09BF5D1B9015}" type="sibTrans" cxnId="{0BBFB398-194B-4EC7-B613-D7399A777901}">
      <dgm:prSet/>
      <dgm:spPr/>
      <dgm:t>
        <a:bodyPr/>
        <a:lstStyle/>
        <a:p>
          <a:endParaRPr lang="en-US"/>
        </a:p>
      </dgm:t>
    </dgm:pt>
    <dgm:pt modelId="{9D97C472-996D-4BCB-8F32-E4F89E0EC622}">
      <dgm:prSet phldr="0"/>
      <dgm:spPr/>
      <dgm:t>
        <a:bodyPr/>
        <a:lstStyle/>
        <a:p>
          <a:r>
            <a:rPr lang="en-US"/>
            <a:t>Limitations: interviewer bias, time needed to schedule and analyze.</a:t>
          </a:r>
        </a:p>
      </dgm:t>
    </dgm:pt>
    <dgm:pt modelId="{BB5ED225-0EB1-4A01-A3F2-3AEB50C653D7}" type="parTrans" cxnId="{C5B7128D-248F-4C7A-AFA8-36C7BAF94AEC}">
      <dgm:prSet/>
      <dgm:spPr/>
    </dgm:pt>
    <dgm:pt modelId="{0FB5427C-F0F4-4C78-98CF-290BC9D994C8}" type="sibTrans" cxnId="{C5B7128D-248F-4C7A-AFA8-36C7BAF94AEC}">
      <dgm:prSet/>
      <dgm:spPr/>
      <dgm:t>
        <a:bodyPr/>
        <a:lstStyle/>
        <a:p>
          <a:endParaRPr lang="en-US"/>
        </a:p>
      </dgm:t>
    </dgm:pt>
    <dgm:pt modelId="{6D75334A-8F9C-40AF-96AA-28C273F7FA73}">
      <dgm:prSet phldr="0"/>
      <dgm:spPr/>
      <dgm:t>
        <a:bodyPr/>
        <a:lstStyle/>
        <a:p>
          <a:r>
            <a:rPr lang="en-US"/>
            <a:t>Example: Early interviews to shape interface needs.</a:t>
          </a:r>
        </a:p>
      </dgm:t>
    </dgm:pt>
    <dgm:pt modelId="{60C19ABD-E31A-4C5E-B371-12AB37C75E63}" type="parTrans" cxnId="{31E81666-FD56-4097-A825-2F916CE86971}">
      <dgm:prSet/>
      <dgm:spPr/>
    </dgm:pt>
    <dgm:pt modelId="{37BFFBEA-407C-4FB7-AE42-6B7C1A126D27}" type="sibTrans" cxnId="{31E81666-FD56-4097-A825-2F916CE86971}">
      <dgm:prSet/>
      <dgm:spPr/>
      <dgm:t>
        <a:bodyPr/>
        <a:lstStyle/>
        <a:p>
          <a:endParaRPr lang="en-US"/>
        </a:p>
      </dgm:t>
    </dgm:pt>
    <dgm:pt modelId="{C197D2FF-DCB1-44C8-A9E3-C8FCBCB9B015}" type="pres">
      <dgm:prSet presAssocID="{B95F5DE3-BB0B-4B20-BFAC-AEC70F24BB1E}" presName="vert0" presStyleCnt="0">
        <dgm:presLayoutVars>
          <dgm:dir/>
          <dgm:animOne val="branch"/>
          <dgm:animLvl val="lvl"/>
        </dgm:presLayoutVars>
      </dgm:prSet>
      <dgm:spPr/>
    </dgm:pt>
    <dgm:pt modelId="{1D5EF2DD-BCE4-4D39-B1E6-D0F861058371}" type="pres">
      <dgm:prSet presAssocID="{D1D2079E-4B1A-49E3-839F-ED55D8C85A89}" presName="thickLine" presStyleLbl="alignNode1" presStyleIdx="0" presStyleCnt="6"/>
      <dgm:spPr/>
    </dgm:pt>
    <dgm:pt modelId="{6DF5AED9-331D-4DB3-A7B2-4FF090C5A0CD}" type="pres">
      <dgm:prSet presAssocID="{D1D2079E-4B1A-49E3-839F-ED55D8C85A89}" presName="horz1" presStyleCnt="0"/>
      <dgm:spPr/>
    </dgm:pt>
    <dgm:pt modelId="{7400C3F4-FB4D-4320-951D-966E581A739D}" type="pres">
      <dgm:prSet presAssocID="{D1D2079E-4B1A-49E3-839F-ED55D8C85A89}" presName="tx1" presStyleLbl="revTx" presStyleIdx="0" presStyleCnt="6"/>
      <dgm:spPr/>
    </dgm:pt>
    <dgm:pt modelId="{1C9DC84C-0648-4D9C-8535-8587752320BA}" type="pres">
      <dgm:prSet presAssocID="{D1D2079E-4B1A-49E3-839F-ED55D8C85A89}" presName="vert1" presStyleCnt="0"/>
      <dgm:spPr/>
    </dgm:pt>
    <dgm:pt modelId="{BBB2AFC9-32C1-4052-9DC5-86569B92C40E}" type="pres">
      <dgm:prSet presAssocID="{A3418492-B338-46D0-983E-1C0972EFCCCE}" presName="thickLine" presStyleLbl="alignNode1" presStyleIdx="1" presStyleCnt="6"/>
      <dgm:spPr/>
    </dgm:pt>
    <dgm:pt modelId="{B0D86EFB-920B-4730-9152-F2F55B34170B}" type="pres">
      <dgm:prSet presAssocID="{A3418492-B338-46D0-983E-1C0972EFCCCE}" presName="horz1" presStyleCnt="0"/>
      <dgm:spPr/>
    </dgm:pt>
    <dgm:pt modelId="{D2C7D549-ACCF-461D-A8E8-5102E42C6269}" type="pres">
      <dgm:prSet presAssocID="{A3418492-B338-46D0-983E-1C0972EFCCCE}" presName="tx1" presStyleLbl="revTx" presStyleIdx="1" presStyleCnt="6"/>
      <dgm:spPr/>
    </dgm:pt>
    <dgm:pt modelId="{8D741290-257C-4853-ACE2-8229CCD05CFD}" type="pres">
      <dgm:prSet presAssocID="{A3418492-B338-46D0-983E-1C0972EFCCCE}" presName="vert1" presStyleCnt="0"/>
      <dgm:spPr/>
    </dgm:pt>
    <dgm:pt modelId="{A08F8843-5B5E-4D69-B8C4-8E4F62624B4D}" type="pres">
      <dgm:prSet presAssocID="{CF14AA6A-12BE-4B00-8ACB-A163FC5CAAC5}" presName="thickLine" presStyleLbl="alignNode1" presStyleIdx="2" presStyleCnt="6"/>
      <dgm:spPr/>
    </dgm:pt>
    <dgm:pt modelId="{68FEB9E0-6A6E-449C-9E38-C1C7945735B3}" type="pres">
      <dgm:prSet presAssocID="{CF14AA6A-12BE-4B00-8ACB-A163FC5CAAC5}" presName="horz1" presStyleCnt="0"/>
      <dgm:spPr/>
    </dgm:pt>
    <dgm:pt modelId="{3F02459D-58E6-465B-8729-DD83DD2BBAF8}" type="pres">
      <dgm:prSet presAssocID="{CF14AA6A-12BE-4B00-8ACB-A163FC5CAAC5}" presName="tx1" presStyleLbl="revTx" presStyleIdx="2" presStyleCnt="6"/>
      <dgm:spPr/>
    </dgm:pt>
    <dgm:pt modelId="{FBF8FEC0-C83D-4816-89B4-62B32EEF7C75}" type="pres">
      <dgm:prSet presAssocID="{CF14AA6A-12BE-4B00-8ACB-A163FC5CAAC5}" presName="vert1" presStyleCnt="0"/>
      <dgm:spPr/>
    </dgm:pt>
    <dgm:pt modelId="{79533190-718F-4443-AD6D-1D51B6F604D3}" type="pres">
      <dgm:prSet presAssocID="{9D97C472-996D-4BCB-8F32-E4F89E0EC622}" presName="thickLine" presStyleLbl="alignNode1" presStyleIdx="3" presStyleCnt="6"/>
      <dgm:spPr/>
    </dgm:pt>
    <dgm:pt modelId="{C0F0FF65-F892-4EED-B8ED-000D102F12BA}" type="pres">
      <dgm:prSet presAssocID="{9D97C472-996D-4BCB-8F32-E4F89E0EC622}" presName="horz1" presStyleCnt="0"/>
      <dgm:spPr/>
    </dgm:pt>
    <dgm:pt modelId="{2007E72E-63B6-478C-940B-DDBB985E2FD2}" type="pres">
      <dgm:prSet presAssocID="{9D97C472-996D-4BCB-8F32-E4F89E0EC622}" presName="tx1" presStyleLbl="revTx" presStyleIdx="3" presStyleCnt="6"/>
      <dgm:spPr/>
    </dgm:pt>
    <dgm:pt modelId="{E64ECBE9-1D04-46B5-AE1C-5CF2E225D7F2}" type="pres">
      <dgm:prSet presAssocID="{9D97C472-996D-4BCB-8F32-E4F89E0EC622}" presName="vert1" presStyleCnt="0"/>
      <dgm:spPr/>
    </dgm:pt>
    <dgm:pt modelId="{07CCBA59-2687-42D6-869D-56EB01774F77}" type="pres">
      <dgm:prSet presAssocID="{6D75334A-8F9C-40AF-96AA-28C273F7FA73}" presName="thickLine" presStyleLbl="alignNode1" presStyleIdx="4" presStyleCnt="6"/>
      <dgm:spPr/>
    </dgm:pt>
    <dgm:pt modelId="{62D631C4-D99D-46AB-A41A-D41BF6548F4E}" type="pres">
      <dgm:prSet presAssocID="{6D75334A-8F9C-40AF-96AA-28C273F7FA73}" presName="horz1" presStyleCnt="0"/>
      <dgm:spPr/>
    </dgm:pt>
    <dgm:pt modelId="{DE566560-A9E6-481D-92A1-4B57AF73E672}" type="pres">
      <dgm:prSet presAssocID="{6D75334A-8F9C-40AF-96AA-28C273F7FA73}" presName="tx1" presStyleLbl="revTx" presStyleIdx="4" presStyleCnt="6"/>
      <dgm:spPr/>
    </dgm:pt>
    <dgm:pt modelId="{FCC59865-286F-4360-81F0-B0A3BE8C344D}" type="pres">
      <dgm:prSet presAssocID="{6D75334A-8F9C-40AF-96AA-28C273F7FA73}" presName="vert1" presStyleCnt="0"/>
      <dgm:spPr/>
    </dgm:pt>
    <dgm:pt modelId="{4419EB80-05F8-4DB2-9850-1A09B2B21929}" type="pres">
      <dgm:prSet presAssocID="{7B003D5D-1AAF-4F97-8E8C-8018E35B553F}" presName="thickLine" presStyleLbl="alignNode1" presStyleIdx="5" presStyleCnt="6"/>
      <dgm:spPr/>
    </dgm:pt>
    <dgm:pt modelId="{382BCB73-88FC-4AE2-9232-A0A5CA954AD9}" type="pres">
      <dgm:prSet presAssocID="{7B003D5D-1AAF-4F97-8E8C-8018E35B553F}" presName="horz1" presStyleCnt="0"/>
      <dgm:spPr/>
    </dgm:pt>
    <dgm:pt modelId="{E7E546DF-9547-4FEC-A773-9136BA66D66A}" type="pres">
      <dgm:prSet presAssocID="{7B003D5D-1AAF-4F97-8E8C-8018E35B553F}" presName="tx1" presStyleLbl="revTx" presStyleIdx="5" presStyleCnt="6"/>
      <dgm:spPr/>
    </dgm:pt>
    <dgm:pt modelId="{0660FF2F-4500-4A1E-9FD0-DE0479BC8299}" type="pres">
      <dgm:prSet presAssocID="{7B003D5D-1AAF-4F97-8E8C-8018E35B553F}" presName="vert1" presStyleCnt="0"/>
      <dgm:spPr/>
    </dgm:pt>
  </dgm:ptLst>
  <dgm:cxnLst>
    <dgm:cxn modelId="{303B5F19-3E78-4F06-B8F2-C19A2CB71E96}" type="presOf" srcId="{7B003D5D-1AAF-4F97-8E8C-8018E35B553F}" destId="{E7E546DF-9547-4FEC-A773-9136BA66D66A}" srcOrd="0" destOrd="0" presId="urn:microsoft.com/office/officeart/2008/layout/LinedList"/>
    <dgm:cxn modelId="{87CBBE1C-460D-4522-AC06-631D04290517}" type="presOf" srcId="{D1D2079E-4B1A-49E3-839F-ED55D8C85A89}" destId="{7400C3F4-FB4D-4320-951D-966E581A739D}" srcOrd="0" destOrd="0" presId="urn:microsoft.com/office/officeart/2008/layout/LinedList"/>
    <dgm:cxn modelId="{9AA32C33-CA78-4455-8D94-8481C9733A92}" srcId="{B95F5DE3-BB0B-4B20-BFAC-AEC70F24BB1E}" destId="{D1D2079E-4B1A-49E3-839F-ED55D8C85A89}" srcOrd="0" destOrd="0" parTransId="{6D9F36C0-60E0-4CC9-B913-38B9B1F96EC0}" sibTransId="{F255BEEE-F973-4196-8A1F-454FC134F5A8}"/>
    <dgm:cxn modelId="{94A00435-3D60-4906-88DB-806E3B32FAF0}" type="presOf" srcId="{A3418492-B338-46D0-983E-1C0972EFCCCE}" destId="{D2C7D549-ACCF-461D-A8E8-5102E42C6269}" srcOrd="0" destOrd="0" presId="urn:microsoft.com/office/officeart/2008/layout/LinedList"/>
    <dgm:cxn modelId="{ACCCE941-D81C-4D70-866A-E24A98730CAA}" srcId="{B95F5DE3-BB0B-4B20-BFAC-AEC70F24BB1E}" destId="{A3418492-B338-46D0-983E-1C0972EFCCCE}" srcOrd="1" destOrd="0" parTransId="{D818ABEE-4BD2-4F2C-A52E-17E91172CD41}" sibTransId="{448BBEB1-8E25-45F7-B00A-ED1D86355DA5}"/>
    <dgm:cxn modelId="{31E81666-FD56-4097-A825-2F916CE86971}" srcId="{B95F5DE3-BB0B-4B20-BFAC-AEC70F24BB1E}" destId="{6D75334A-8F9C-40AF-96AA-28C273F7FA73}" srcOrd="4" destOrd="0" parTransId="{60C19ABD-E31A-4C5E-B371-12AB37C75E63}" sibTransId="{37BFFBEA-407C-4FB7-AE42-6B7C1A126D27}"/>
    <dgm:cxn modelId="{658A9851-BB52-4DC4-A21B-A120EDAE578C}" type="presOf" srcId="{B95F5DE3-BB0B-4B20-BFAC-AEC70F24BB1E}" destId="{C197D2FF-DCB1-44C8-A9E3-C8FCBCB9B015}" srcOrd="0" destOrd="0" presId="urn:microsoft.com/office/officeart/2008/layout/LinedList"/>
    <dgm:cxn modelId="{AED0C279-9B33-4DFA-B8A8-DEE638A8E27B}" type="presOf" srcId="{6D75334A-8F9C-40AF-96AA-28C273F7FA73}" destId="{DE566560-A9E6-481D-92A1-4B57AF73E672}" srcOrd="0" destOrd="0" presId="urn:microsoft.com/office/officeart/2008/layout/LinedList"/>
    <dgm:cxn modelId="{C5B7128D-248F-4C7A-AFA8-36C7BAF94AEC}" srcId="{B95F5DE3-BB0B-4B20-BFAC-AEC70F24BB1E}" destId="{9D97C472-996D-4BCB-8F32-E4F89E0EC622}" srcOrd="3" destOrd="0" parTransId="{BB5ED225-0EB1-4A01-A3F2-3AEB50C653D7}" sibTransId="{0FB5427C-F0F4-4C78-98CF-290BC9D994C8}"/>
    <dgm:cxn modelId="{0BBFB398-194B-4EC7-B613-D7399A777901}" srcId="{B95F5DE3-BB0B-4B20-BFAC-AEC70F24BB1E}" destId="{CF14AA6A-12BE-4B00-8ACB-A163FC5CAAC5}" srcOrd="2" destOrd="0" parTransId="{BA00B447-896E-45B0-BDD8-C80727B0FF4B}" sibTransId="{D1EA167E-EE7D-4F49-B376-09BF5D1B9015}"/>
    <dgm:cxn modelId="{F47179C1-834C-466B-BA55-999BB3345071}" srcId="{B95F5DE3-BB0B-4B20-BFAC-AEC70F24BB1E}" destId="{7B003D5D-1AAF-4F97-8E8C-8018E35B553F}" srcOrd="5" destOrd="0" parTransId="{8DDFC7EF-47BF-41F3-BA06-20FB36549A71}" sibTransId="{52FE841E-1CFA-406B-8BEE-0A368D844CA0}"/>
    <dgm:cxn modelId="{83D142CE-5FE3-4902-B7B5-0D4425B6D36B}" type="presOf" srcId="{CF14AA6A-12BE-4B00-8ACB-A163FC5CAAC5}" destId="{3F02459D-58E6-465B-8729-DD83DD2BBAF8}" srcOrd="0" destOrd="0" presId="urn:microsoft.com/office/officeart/2008/layout/LinedList"/>
    <dgm:cxn modelId="{1A0C2EE6-059A-43AD-B421-E6FAA04E51D4}" type="presOf" srcId="{9D97C472-996D-4BCB-8F32-E4F89E0EC622}" destId="{2007E72E-63B6-478C-940B-DDBB985E2FD2}" srcOrd="0" destOrd="0" presId="urn:microsoft.com/office/officeart/2008/layout/LinedList"/>
    <dgm:cxn modelId="{46F805D0-1B65-481F-B874-03F4F70E7DEC}" type="presParOf" srcId="{C197D2FF-DCB1-44C8-A9E3-C8FCBCB9B015}" destId="{1D5EF2DD-BCE4-4D39-B1E6-D0F861058371}" srcOrd="0" destOrd="0" presId="urn:microsoft.com/office/officeart/2008/layout/LinedList"/>
    <dgm:cxn modelId="{2188C434-55CC-4BF6-A045-DDEF1205BD7F}" type="presParOf" srcId="{C197D2FF-DCB1-44C8-A9E3-C8FCBCB9B015}" destId="{6DF5AED9-331D-4DB3-A7B2-4FF090C5A0CD}" srcOrd="1" destOrd="0" presId="urn:microsoft.com/office/officeart/2008/layout/LinedList"/>
    <dgm:cxn modelId="{050DF216-8C62-4F10-87B9-9379DDD0E1A3}" type="presParOf" srcId="{6DF5AED9-331D-4DB3-A7B2-4FF090C5A0CD}" destId="{7400C3F4-FB4D-4320-951D-966E581A739D}" srcOrd="0" destOrd="0" presId="urn:microsoft.com/office/officeart/2008/layout/LinedList"/>
    <dgm:cxn modelId="{B176977A-115E-4C82-BCCC-B313E00BDA00}" type="presParOf" srcId="{6DF5AED9-331D-4DB3-A7B2-4FF090C5A0CD}" destId="{1C9DC84C-0648-4D9C-8535-8587752320BA}" srcOrd="1" destOrd="0" presId="urn:microsoft.com/office/officeart/2008/layout/LinedList"/>
    <dgm:cxn modelId="{AB7BB694-2694-4806-9754-7431AAA99A4D}" type="presParOf" srcId="{C197D2FF-DCB1-44C8-A9E3-C8FCBCB9B015}" destId="{BBB2AFC9-32C1-4052-9DC5-86569B92C40E}" srcOrd="2" destOrd="0" presId="urn:microsoft.com/office/officeart/2008/layout/LinedList"/>
    <dgm:cxn modelId="{F6148131-22A0-44C4-8D04-052EFD6E795B}" type="presParOf" srcId="{C197D2FF-DCB1-44C8-A9E3-C8FCBCB9B015}" destId="{B0D86EFB-920B-4730-9152-F2F55B34170B}" srcOrd="3" destOrd="0" presId="urn:microsoft.com/office/officeart/2008/layout/LinedList"/>
    <dgm:cxn modelId="{C95AF2B1-27FC-4D99-BD98-D437E3BC1321}" type="presParOf" srcId="{B0D86EFB-920B-4730-9152-F2F55B34170B}" destId="{D2C7D549-ACCF-461D-A8E8-5102E42C6269}" srcOrd="0" destOrd="0" presId="urn:microsoft.com/office/officeart/2008/layout/LinedList"/>
    <dgm:cxn modelId="{501551B8-F105-4A3F-BD30-CF8CB0334C4F}" type="presParOf" srcId="{B0D86EFB-920B-4730-9152-F2F55B34170B}" destId="{8D741290-257C-4853-ACE2-8229CCD05CFD}" srcOrd="1" destOrd="0" presId="urn:microsoft.com/office/officeart/2008/layout/LinedList"/>
    <dgm:cxn modelId="{A4B9DF98-6574-4D19-9B77-A865D0EB8971}" type="presParOf" srcId="{C197D2FF-DCB1-44C8-A9E3-C8FCBCB9B015}" destId="{A08F8843-5B5E-4D69-B8C4-8E4F62624B4D}" srcOrd="4" destOrd="0" presId="urn:microsoft.com/office/officeart/2008/layout/LinedList"/>
    <dgm:cxn modelId="{5017F4C0-A39B-4EDA-93CE-98C5CFA7FBAF}" type="presParOf" srcId="{C197D2FF-DCB1-44C8-A9E3-C8FCBCB9B015}" destId="{68FEB9E0-6A6E-449C-9E38-C1C7945735B3}" srcOrd="5" destOrd="0" presId="urn:microsoft.com/office/officeart/2008/layout/LinedList"/>
    <dgm:cxn modelId="{9DFEDA34-F9D3-444B-AF52-E031DDEDFECD}" type="presParOf" srcId="{68FEB9E0-6A6E-449C-9E38-C1C7945735B3}" destId="{3F02459D-58E6-465B-8729-DD83DD2BBAF8}" srcOrd="0" destOrd="0" presId="urn:microsoft.com/office/officeart/2008/layout/LinedList"/>
    <dgm:cxn modelId="{F2094BB1-D20B-4B6A-946F-5BA1D4C9A492}" type="presParOf" srcId="{68FEB9E0-6A6E-449C-9E38-C1C7945735B3}" destId="{FBF8FEC0-C83D-4816-89B4-62B32EEF7C75}" srcOrd="1" destOrd="0" presId="urn:microsoft.com/office/officeart/2008/layout/LinedList"/>
    <dgm:cxn modelId="{283FF19B-C2DB-4093-8806-0D0F2BF3306C}" type="presParOf" srcId="{C197D2FF-DCB1-44C8-A9E3-C8FCBCB9B015}" destId="{79533190-718F-4443-AD6D-1D51B6F604D3}" srcOrd="6" destOrd="0" presId="urn:microsoft.com/office/officeart/2008/layout/LinedList"/>
    <dgm:cxn modelId="{A7BED0CB-E7F8-4628-9E64-649DEB682A04}" type="presParOf" srcId="{C197D2FF-DCB1-44C8-A9E3-C8FCBCB9B015}" destId="{C0F0FF65-F892-4EED-B8ED-000D102F12BA}" srcOrd="7" destOrd="0" presId="urn:microsoft.com/office/officeart/2008/layout/LinedList"/>
    <dgm:cxn modelId="{8CF6ED28-1A68-4B70-8D37-7B709B315704}" type="presParOf" srcId="{C0F0FF65-F892-4EED-B8ED-000D102F12BA}" destId="{2007E72E-63B6-478C-940B-DDBB985E2FD2}" srcOrd="0" destOrd="0" presId="urn:microsoft.com/office/officeart/2008/layout/LinedList"/>
    <dgm:cxn modelId="{DD8C9F84-8813-42E6-971F-5C2B82C4D236}" type="presParOf" srcId="{C0F0FF65-F892-4EED-B8ED-000D102F12BA}" destId="{E64ECBE9-1D04-46B5-AE1C-5CF2E225D7F2}" srcOrd="1" destOrd="0" presId="urn:microsoft.com/office/officeart/2008/layout/LinedList"/>
    <dgm:cxn modelId="{D59DAD6B-4AE1-465A-8BA4-AFB2845E024E}" type="presParOf" srcId="{C197D2FF-DCB1-44C8-A9E3-C8FCBCB9B015}" destId="{07CCBA59-2687-42D6-869D-56EB01774F77}" srcOrd="8" destOrd="0" presId="urn:microsoft.com/office/officeart/2008/layout/LinedList"/>
    <dgm:cxn modelId="{945910A0-8029-43CE-B73C-C9C12DF71636}" type="presParOf" srcId="{C197D2FF-DCB1-44C8-A9E3-C8FCBCB9B015}" destId="{62D631C4-D99D-46AB-A41A-D41BF6548F4E}" srcOrd="9" destOrd="0" presId="urn:microsoft.com/office/officeart/2008/layout/LinedList"/>
    <dgm:cxn modelId="{2902B395-8C42-4289-B3D5-BB73C17CB92E}" type="presParOf" srcId="{62D631C4-D99D-46AB-A41A-D41BF6548F4E}" destId="{DE566560-A9E6-481D-92A1-4B57AF73E672}" srcOrd="0" destOrd="0" presId="urn:microsoft.com/office/officeart/2008/layout/LinedList"/>
    <dgm:cxn modelId="{BF03A845-B41E-4D57-975F-1094DC9117C5}" type="presParOf" srcId="{62D631C4-D99D-46AB-A41A-D41BF6548F4E}" destId="{FCC59865-286F-4360-81F0-B0A3BE8C344D}" srcOrd="1" destOrd="0" presId="urn:microsoft.com/office/officeart/2008/layout/LinedList"/>
    <dgm:cxn modelId="{4292CCE2-1C8A-4C3B-91EA-64C4BCD22817}" type="presParOf" srcId="{C197D2FF-DCB1-44C8-A9E3-C8FCBCB9B015}" destId="{4419EB80-05F8-4DB2-9850-1A09B2B21929}" srcOrd="10" destOrd="0" presId="urn:microsoft.com/office/officeart/2008/layout/LinedList"/>
    <dgm:cxn modelId="{19F94DF6-E4EA-47A5-8955-3E1F38266452}" type="presParOf" srcId="{C197D2FF-DCB1-44C8-A9E3-C8FCBCB9B015}" destId="{382BCB73-88FC-4AE2-9232-A0A5CA954AD9}" srcOrd="11" destOrd="0" presId="urn:microsoft.com/office/officeart/2008/layout/LinedList"/>
    <dgm:cxn modelId="{76326011-9C85-489B-A3D9-69DD57E7379F}" type="presParOf" srcId="{382BCB73-88FC-4AE2-9232-A0A5CA954AD9}" destId="{E7E546DF-9547-4FEC-A773-9136BA66D66A}" srcOrd="0" destOrd="0" presId="urn:microsoft.com/office/officeart/2008/layout/LinedList"/>
    <dgm:cxn modelId="{45E9F8F5-9276-4D30-8561-45E70585214A}" type="presParOf" srcId="{382BCB73-88FC-4AE2-9232-A0A5CA954AD9}" destId="{0660FF2F-4500-4A1E-9FD0-DE0479BC82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463592-5440-402F-B73A-3EB589DB96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BB9C3D-CD69-4F59-A70C-6B2A3C3F5E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Studies often combine multiple techniques for richer results.</a:t>
          </a:r>
        </a:p>
      </dgm:t>
    </dgm:pt>
    <dgm:pt modelId="{1DABF783-803E-4364-A8F8-B6922E627DDB}" type="parTrans" cxnId="{07A7F980-08B6-4CEC-A2E3-9E36E7D2D5D9}">
      <dgm:prSet/>
      <dgm:spPr/>
      <dgm:t>
        <a:bodyPr/>
        <a:lstStyle/>
        <a:p>
          <a:endParaRPr lang="en-US"/>
        </a:p>
      </dgm:t>
    </dgm:pt>
    <dgm:pt modelId="{95C086E7-E3DA-4339-881E-A4025B61F010}" type="sibTrans" cxnId="{07A7F980-08B6-4CEC-A2E3-9E36E7D2D5D9}">
      <dgm:prSet/>
      <dgm:spPr/>
      <dgm:t>
        <a:bodyPr/>
        <a:lstStyle/>
        <a:p>
          <a:endParaRPr lang="en-US"/>
        </a:p>
      </dgm:t>
    </dgm:pt>
    <dgm:pt modelId="{3B156003-D634-4FA6-A39E-8360126D9B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7E9BF2-CC9D-475B-A0F0-E55BCDF16804}" type="parTrans" cxnId="{65131370-D3A0-44AB-99FC-B8ECE217AFBE}">
      <dgm:prSet/>
      <dgm:spPr/>
      <dgm:t>
        <a:bodyPr/>
        <a:lstStyle/>
        <a:p>
          <a:endParaRPr lang="en-US"/>
        </a:p>
      </dgm:t>
    </dgm:pt>
    <dgm:pt modelId="{974610B4-F81E-4A61-A1BA-C9E85D6B2143}" type="sibTrans" cxnId="{65131370-D3A0-44AB-99FC-B8ECE217AFBE}">
      <dgm:prSet/>
      <dgm:spPr/>
      <dgm:t>
        <a:bodyPr/>
        <a:lstStyle/>
        <a:p>
          <a:endParaRPr lang="en-US"/>
        </a:p>
      </dgm:t>
    </dgm:pt>
    <dgm:pt modelId="{FA60DA6B-992A-4D91-BD97-760262BAA1C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Hollis et al. (2017) used multiple data-gathering techniques — observation, interviews, diaries, and surveys — to study emotional well-being.</a:t>
          </a:r>
          <a:endParaRPr lang="en-US">
            <a:latin typeface="Aptos Display" panose="02110004020202020204"/>
          </a:endParaRPr>
        </a:p>
      </dgm:t>
    </dgm:pt>
    <dgm:pt modelId="{36AE1682-CDD5-4B1A-8F18-441500B7AEE2}" type="parTrans" cxnId="{71BDF0BC-CDC0-4AC0-A0FA-0CE6C6B25CF9}">
      <dgm:prSet/>
      <dgm:spPr/>
    </dgm:pt>
    <dgm:pt modelId="{C7A3DAD1-DCEE-48D2-83D9-399C3228D69B}" type="sibTrans" cxnId="{71BDF0BC-CDC0-4AC0-A0FA-0CE6C6B25CF9}">
      <dgm:prSet/>
      <dgm:spPr/>
    </dgm:pt>
    <dgm:pt modelId="{C0C58EAE-954C-4177-8753-D5BC2716BCE8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Aptos Display" panose="02110004020202020204"/>
            </a:rPr>
            <a:t> </a:t>
          </a:r>
          <a:r>
            <a:rPr lang="en-US"/>
            <a:t>Combining methods provides triangulation, meaning data is confirmed from different sources.</a:t>
          </a:r>
          <a:endParaRPr lang="en-US">
            <a:latin typeface="Aptos Display" panose="02110004020202020204"/>
          </a:endParaRPr>
        </a:p>
      </dgm:t>
    </dgm:pt>
    <dgm:pt modelId="{23BABF33-3619-4B56-9A69-B2175B8834BD}" type="parTrans" cxnId="{42349F73-3218-4DC7-8DCF-54B82A7BD69F}">
      <dgm:prSet/>
      <dgm:spPr/>
    </dgm:pt>
    <dgm:pt modelId="{9545D0D7-2A86-41BC-81FE-F25CB085B0C7}" type="sibTrans" cxnId="{42349F73-3218-4DC7-8DCF-54B82A7BD69F}">
      <dgm:prSet/>
      <dgm:spPr/>
    </dgm:pt>
    <dgm:pt modelId="{613FCE28-0FC2-4E75-B53A-899A4B42BA2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 </a:t>
          </a:r>
          <a:r>
            <a:rPr lang="en-US"/>
            <a:t>This approach captures what users do (observation), what they say (interviews), and how they feel (diaries).</a:t>
          </a:r>
          <a:br>
            <a:rPr lang="en-US"/>
          </a:br>
          <a:r>
            <a:rPr lang="en-US"/>
            <a:t> It creates richer, more trustworthy results for requirement discovery.</a:t>
          </a:r>
        </a:p>
      </dgm:t>
    </dgm:pt>
    <dgm:pt modelId="{4DBC82E2-D080-4701-AD3B-90B476D7F046}" type="parTrans" cxnId="{0EBDB69A-A7D6-4DE7-AF86-80A7CFC4C7D0}">
      <dgm:prSet/>
      <dgm:spPr/>
    </dgm:pt>
    <dgm:pt modelId="{68D72FCA-472E-4333-8F96-19273BB20293}" type="sibTrans" cxnId="{0EBDB69A-A7D6-4DE7-AF86-80A7CFC4C7D0}">
      <dgm:prSet/>
      <dgm:spPr/>
    </dgm:pt>
    <dgm:pt modelId="{30B1FD9B-67F3-4488-9C47-52E19AAA1254}" type="pres">
      <dgm:prSet presAssocID="{88463592-5440-402F-B73A-3EB589DB9663}" presName="root" presStyleCnt="0">
        <dgm:presLayoutVars>
          <dgm:dir/>
          <dgm:resizeHandles val="exact"/>
        </dgm:presLayoutVars>
      </dgm:prSet>
      <dgm:spPr/>
    </dgm:pt>
    <dgm:pt modelId="{6DA1F98B-5C08-4385-8DD0-D5CAF931EBA4}" type="pres">
      <dgm:prSet presAssocID="{18BB9C3D-CD69-4F59-A70C-6B2A3C3F5E57}" presName="compNode" presStyleCnt="0"/>
      <dgm:spPr/>
    </dgm:pt>
    <dgm:pt modelId="{C5D4A047-FE91-4F70-BE42-D7F19A93ACE0}" type="pres">
      <dgm:prSet presAssocID="{18BB9C3D-CD69-4F59-A70C-6B2A3C3F5E57}" presName="bgRect" presStyleLbl="bgShp" presStyleIdx="0" presStyleCnt="5"/>
      <dgm:spPr/>
    </dgm:pt>
    <dgm:pt modelId="{D7B69300-9B22-4253-92B1-5406BDB38A7F}" type="pres">
      <dgm:prSet presAssocID="{18BB9C3D-CD69-4F59-A70C-6B2A3C3F5E5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91A9AD70-DE5E-46A9-AC87-7AE470D6DB29}" type="pres">
      <dgm:prSet presAssocID="{18BB9C3D-CD69-4F59-A70C-6B2A3C3F5E57}" presName="spaceRect" presStyleCnt="0"/>
      <dgm:spPr/>
    </dgm:pt>
    <dgm:pt modelId="{C51217B2-B848-4F51-BF34-E989253B421F}" type="pres">
      <dgm:prSet presAssocID="{18BB9C3D-CD69-4F59-A70C-6B2A3C3F5E57}" presName="parTx" presStyleLbl="revTx" presStyleIdx="0" presStyleCnt="5">
        <dgm:presLayoutVars>
          <dgm:chMax val="0"/>
          <dgm:chPref val="0"/>
        </dgm:presLayoutVars>
      </dgm:prSet>
      <dgm:spPr/>
    </dgm:pt>
    <dgm:pt modelId="{C5346711-54B9-41D1-8E84-DCEA8F318EEE}" type="pres">
      <dgm:prSet presAssocID="{95C086E7-E3DA-4339-881E-A4025B61F010}" presName="sibTrans" presStyleCnt="0"/>
      <dgm:spPr/>
    </dgm:pt>
    <dgm:pt modelId="{FFF4A62F-BDE3-4BA6-8D27-97DB07117CC6}" type="pres">
      <dgm:prSet presAssocID="{FA60DA6B-992A-4D91-BD97-760262BAA1C3}" presName="compNode" presStyleCnt="0"/>
      <dgm:spPr/>
    </dgm:pt>
    <dgm:pt modelId="{D849B3B1-E78F-463B-9E62-799B6571C9D3}" type="pres">
      <dgm:prSet presAssocID="{FA60DA6B-992A-4D91-BD97-760262BAA1C3}" presName="bgRect" presStyleLbl="bgShp" presStyleIdx="1" presStyleCnt="5"/>
      <dgm:spPr/>
    </dgm:pt>
    <dgm:pt modelId="{EE3434AE-47A5-492B-BFA4-5821A5A8840F}" type="pres">
      <dgm:prSet presAssocID="{FA60DA6B-992A-4D91-BD97-760262BAA1C3}" presName="iconRect" presStyleLbl="node1" presStyleIdx="1" presStyleCnt="5"/>
      <dgm:spPr/>
    </dgm:pt>
    <dgm:pt modelId="{1F70FD48-7383-44D5-9944-29E4EE447D32}" type="pres">
      <dgm:prSet presAssocID="{FA60DA6B-992A-4D91-BD97-760262BAA1C3}" presName="spaceRect" presStyleCnt="0"/>
      <dgm:spPr/>
    </dgm:pt>
    <dgm:pt modelId="{0D9D3027-7D6A-4B6C-9113-9CEDFB503BB1}" type="pres">
      <dgm:prSet presAssocID="{FA60DA6B-992A-4D91-BD97-760262BAA1C3}" presName="parTx" presStyleLbl="revTx" presStyleIdx="1" presStyleCnt="5">
        <dgm:presLayoutVars>
          <dgm:chMax val="0"/>
          <dgm:chPref val="0"/>
        </dgm:presLayoutVars>
      </dgm:prSet>
      <dgm:spPr/>
    </dgm:pt>
    <dgm:pt modelId="{A0399627-711A-43DA-85B7-051741BD257D}" type="pres">
      <dgm:prSet presAssocID="{C7A3DAD1-DCEE-48D2-83D9-399C3228D69B}" presName="sibTrans" presStyleCnt="0"/>
      <dgm:spPr/>
    </dgm:pt>
    <dgm:pt modelId="{DF1C88B0-0348-4F77-A002-FE10D5E938B2}" type="pres">
      <dgm:prSet presAssocID="{C0C58EAE-954C-4177-8753-D5BC2716BCE8}" presName="compNode" presStyleCnt="0"/>
      <dgm:spPr/>
    </dgm:pt>
    <dgm:pt modelId="{88CFD9B2-9DAC-47FF-BE51-36673B0F1ED9}" type="pres">
      <dgm:prSet presAssocID="{C0C58EAE-954C-4177-8753-D5BC2716BCE8}" presName="bgRect" presStyleLbl="bgShp" presStyleIdx="2" presStyleCnt="5"/>
      <dgm:spPr/>
    </dgm:pt>
    <dgm:pt modelId="{523C05AC-C225-45F1-ACAD-FF78B1277346}" type="pres">
      <dgm:prSet presAssocID="{C0C58EAE-954C-4177-8753-D5BC2716BCE8}" presName="iconRect" presStyleLbl="node1" presStyleIdx="2" presStyleCnt="5"/>
      <dgm:spPr/>
    </dgm:pt>
    <dgm:pt modelId="{47F8D4C9-1B6C-4A48-8F6D-528046934BB5}" type="pres">
      <dgm:prSet presAssocID="{C0C58EAE-954C-4177-8753-D5BC2716BCE8}" presName="spaceRect" presStyleCnt="0"/>
      <dgm:spPr/>
    </dgm:pt>
    <dgm:pt modelId="{BA27DDB6-1314-49E7-A803-2AC2ADE506B8}" type="pres">
      <dgm:prSet presAssocID="{C0C58EAE-954C-4177-8753-D5BC2716BCE8}" presName="parTx" presStyleLbl="revTx" presStyleIdx="2" presStyleCnt="5">
        <dgm:presLayoutVars>
          <dgm:chMax val="0"/>
          <dgm:chPref val="0"/>
        </dgm:presLayoutVars>
      </dgm:prSet>
      <dgm:spPr/>
    </dgm:pt>
    <dgm:pt modelId="{3D6B0673-A147-4F77-8A65-9558BDD0DB28}" type="pres">
      <dgm:prSet presAssocID="{9545D0D7-2A86-41BC-81FE-F25CB085B0C7}" presName="sibTrans" presStyleCnt="0"/>
      <dgm:spPr/>
    </dgm:pt>
    <dgm:pt modelId="{A018344C-6B1C-4E1D-9E9C-A144183317C6}" type="pres">
      <dgm:prSet presAssocID="{613FCE28-0FC2-4E75-B53A-899A4B42BA22}" presName="compNode" presStyleCnt="0"/>
      <dgm:spPr/>
    </dgm:pt>
    <dgm:pt modelId="{2DFCC04C-8263-484F-B9E7-80C6A272ACD2}" type="pres">
      <dgm:prSet presAssocID="{613FCE28-0FC2-4E75-B53A-899A4B42BA22}" presName="bgRect" presStyleLbl="bgShp" presStyleIdx="3" presStyleCnt="5"/>
      <dgm:spPr/>
    </dgm:pt>
    <dgm:pt modelId="{BB6E0506-36E3-40A4-851C-8933E272862A}" type="pres">
      <dgm:prSet presAssocID="{613FCE28-0FC2-4E75-B53A-899A4B42BA22}" presName="iconRect" presStyleLbl="node1" presStyleIdx="3" presStyleCnt="5"/>
      <dgm:spPr/>
    </dgm:pt>
    <dgm:pt modelId="{8D74C3D4-5FA6-4CE1-AB74-EE3FB3745E2E}" type="pres">
      <dgm:prSet presAssocID="{613FCE28-0FC2-4E75-B53A-899A4B42BA22}" presName="spaceRect" presStyleCnt="0"/>
      <dgm:spPr/>
    </dgm:pt>
    <dgm:pt modelId="{8B32A430-7F3C-4F57-8EC8-9C0B6DD49A2A}" type="pres">
      <dgm:prSet presAssocID="{613FCE28-0FC2-4E75-B53A-899A4B42BA22}" presName="parTx" presStyleLbl="revTx" presStyleIdx="3" presStyleCnt="5">
        <dgm:presLayoutVars>
          <dgm:chMax val="0"/>
          <dgm:chPref val="0"/>
        </dgm:presLayoutVars>
      </dgm:prSet>
      <dgm:spPr/>
    </dgm:pt>
    <dgm:pt modelId="{C3CE8E00-745A-41DB-9FBD-6E1A30F34879}" type="pres">
      <dgm:prSet presAssocID="{68D72FCA-472E-4333-8F96-19273BB20293}" presName="sibTrans" presStyleCnt="0"/>
      <dgm:spPr/>
    </dgm:pt>
    <dgm:pt modelId="{87CA0A22-38DF-4427-B4E3-BEFBC03AEAD8}" type="pres">
      <dgm:prSet presAssocID="{3B156003-D634-4FA6-A39E-8360126D9B44}" presName="compNode" presStyleCnt="0"/>
      <dgm:spPr/>
    </dgm:pt>
    <dgm:pt modelId="{845D4CF7-4971-4B02-8B71-B2942EF6D400}" type="pres">
      <dgm:prSet presAssocID="{3B156003-D634-4FA6-A39E-8360126D9B44}" presName="bgRect" presStyleLbl="bgShp" presStyleIdx="4" presStyleCnt="5"/>
      <dgm:spPr/>
    </dgm:pt>
    <dgm:pt modelId="{62CCD797-CC83-4294-83ED-6354DBEAF356}" type="pres">
      <dgm:prSet presAssocID="{3B156003-D634-4FA6-A39E-8360126D9B44}" presName="iconRect" presStyleLbl="node1" presStyleIdx="4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D2D6AF60-4C8F-4EB7-A14C-CB7676494F0C}" type="pres">
      <dgm:prSet presAssocID="{3B156003-D634-4FA6-A39E-8360126D9B44}" presName="spaceRect" presStyleCnt="0"/>
      <dgm:spPr/>
    </dgm:pt>
    <dgm:pt modelId="{EBE1606C-3C6B-46A8-AF3A-C331E07F59C3}" type="pres">
      <dgm:prSet presAssocID="{3B156003-D634-4FA6-A39E-8360126D9B4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D652F63-533E-48EA-9DA0-0871DE07C361}" type="presOf" srcId="{FA60DA6B-992A-4D91-BD97-760262BAA1C3}" destId="{0D9D3027-7D6A-4B6C-9113-9CEDFB503BB1}" srcOrd="0" destOrd="0" presId="urn:microsoft.com/office/officeart/2018/2/layout/IconVerticalSolidList"/>
    <dgm:cxn modelId="{36A3E765-3811-4816-9A58-7346E2472339}" type="presOf" srcId="{C0C58EAE-954C-4177-8753-D5BC2716BCE8}" destId="{BA27DDB6-1314-49E7-A803-2AC2ADE506B8}" srcOrd="0" destOrd="0" presId="urn:microsoft.com/office/officeart/2018/2/layout/IconVerticalSolidList"/>
    <dgm:cxn modelId="{F0A9084B-EFCE-4012-8825-DBDD61120B9E}" type="presOf" srcId="{613FCE28-0FC2-4E75-B53A-899A4B42BA22}" destId="{8B32A430-7F3C-4F57-8EC8-9C0B6DD49A2A}" srcOrd="0" destOrd="0" presId="urn:microsoft.com/office/officeart/2018/2/layout/IconVerticalSolidList"/>
    <dgm:cxn modelId="{65131370-D3A0-44AB-99FC-B8ECE217AFBE}" srcId="{88463592-5440-402F-B73A-3EB589DB9663}" destId="{3B156003-D634-4FA6-A39E-8360126D9B44}" srcOrd="4" destOrd="0" parTransId="{267E9BF2-CC9D-475B-A0F0-E55BCDF16804}" sibTransId="{974610B4-F81E-4A61-A1BA-C9E85D6B2143}"/>
    <dgm:cxn modelId="{42349F73-3218-4DC7-8DCF-54B82A7BD69F}" srcId="{88463592-5440-402F-B73A-3EB589DB9663}" destId="{C0C58EAE-954C-4177-8753-D5BC2716BCE8}" srcOrd="2" destOrd="0" parTransId="{23BABF33-3619-4B56-9A69-B2175B8834BD}" sibTransId="{9545D0D7-2A86-41BC-81FE-F25CB085B0C7}"/>
    <dgm:cxn modelId="{07A7F980-08B6-4CEC-A2E3-9E36E7D2D5D9}" srcId="{88463592-5440-402F-B73A-3EB589DB9663}" destId="{18BB9C3D-CD69-4F59-A70C-6B2A3C3F5E57}" srcOrd="0" destOrd="0" parTransId="{1DABF783-803E-4364-A8F8-B6922E627DDB}" sibTransId="{95C086E7-E3DA-4339-881E-A4025B61F010}"/>
    <dgm:cxn modelId="{F9E64F90-6718-4344-8091-55FB85B2A516}" type="presOf" srcId="{88463592-5440-402F-B73A-3EB589DB9663}" destId="{30B1FD9B-67F3-4488-9C47-52E19AAA1254}" srcOrd="0" destOrd="0" presId="urn:microsoft.com/office/officeart/2018/2/layout/IconVerticalSolidList"/>
    <dgm:cxn modelId="{0EBDB69A-A7D6-4DE7-AF86-80A7CFC4C7D0}" srcId="{88463592-5440-402F-B73A-3EB589DB9663}" destId="{613FCE28-0FC2-4E75-B53A-899A4B42BA22}" srcOrd="3" destOrd="0" parTransId="{4DBC82E2-D080-4701-AD3B-90B476D7F046}" sibTransId="{68D72FCA-472E-4333-8F96-19273BB20293}"/>
    <dgm:cxn modelId="{71BDF0BC-CDC0-4AC0-A0FA-0CE6C6B25CF9}" srcId="{88463592-5440-402F-B73A-3EB589DB9663}" destId="{FA60DA6B-992A-4D91-BD97-760262BAA1C3}" srcOrd="1" destOrd="0" parTransId="{36AE1682-CDD5-4B1A-8F18-441500B7AEE2}" sibTransId="{C7A3DAD1-DCEE-48D2-83D9-399C3228D69B}"/>
    <dgm:cxn modelId="{BEB39AE1-D70F-4409-973E-145DD31EC753}" type="presOf" srcId="{3B156003-D634-4FA6-A39E-8360126D9B44}" destId="{EBE1606C-3C6B-46A8-AF3A-C331E07F59C3}" srcOrd="0" destOrd="0" presId="urn:microsoft.com/office/officeart/2018/2/layout/IconVerticalSolidList"/>
    <dgm:cxn modelId="{74AB13F3-F04F-4F1D-874F-87F9384E6650}" type="presOf" srcId="{18BB9C3D-CD69-4F59-A70C-6B2A3C3F5E57}" destId="{C51217B2-B848-4F51-BF34-E989253B421F}" srcOrd="0" destOrd="0" presId="urn:microsoft.com/office/officeart/2018/2/layout/IconVerticalSolidList"/>
    <dgm:cxn modelId="{DAED284A-D270-487E-B8F2-39209ABB1895}" type="presParOf" srcId="{30B1FD9B-67F3-4488-9C47-52E19AAA1254}" destId="{6DA1F98B-5C08-4385-8DD0-D5CAF931EBA4}" srcOrd="0" destOrd="0" presId="urn:microsoft.com/office/officeart/2018/2/layout/IconVerticalSolidList"/>
    <dgm:cxn modelId="{C5527FB1-B68F-4401-9B7C-7DC4597CC61C}" type="presParOf" srcId="{6DA1F98B-5C08-4385-8DD0-D5CAF931EBA4}" destId="{C5D4A047-FE91-4F70-BE42-D7F19A93ACE0}" srcOrd="0" destOrd="0" presId="urn:microsoft.com/office/officeart/2018/2/layout/IconVerticalSolidList"/>
    <dgm:cxn modelId="{DBF2868D-2DA9-44C1-805E-D62860FFE51E}" type="presParOf" srcId="{6DA1F98B-5C08-4385-8DD0-D5CAF931EBA4}" destId="{D7B69300-9B22-4253-92B1-5406BDB38A7F}" srcOrd="1" destOrd="0" presId="urn:microsoft.com/office/officeart/2018/2/layout/IconVerticalSolidList"/>
    <dgm:cxn modelId="{F48240B0-1668-47D2-BC31-AA3AC9392730}" type="presParOf" srcId="{6DA1F98B-5C08-4385-8DD0-D5CAF931EBA4}" destId="{91A9AD70-DE5E-46A9-AC87-7AE470D6DB29}" srcOrd="2" destOrd="0" presId="urn:microsoft.com/office/officeart/2018/2/layout/IconVerticalSolidList"/>
    <dgm:cxn modelId="{F0FD43A1-0DC5-4F63-AFD8-FBCC8E313365}" type="presParOf" srcId="{6DA1F98B-5C08-4385-8DD0-D5CAF931EBA4}" destId="{C51217B2-B848-4F51-BF34-E989253B421F}" srcOrd="3" destOrd="0" presId="urn:microsoft.com/office/officeart/2018/2/layout/IconVerticalSolidList"/>
    <dgm:cxn modelId="{F7DDDF1C-2B10-42BB-9E82-CC514830DA43}" type="presParOf" srcId="{30B1FD9B-67F3-4488-9C47-52E19AAA1254}" destId="{C5346711-54B9-41D1-8E84-DCEA8F318EEE}" srcOrd="1" destOrd="0" presId="urn:microsoft.com/office/officeart/2018/2/layout/IconVerticalSolidList"/>
    <dgm:cxn modelId="{2CBDF935-CABA-45BE-BCA5-47766C926B80}" type="presParOf" srcId="{30B1FD9B-67F3-4488-9C47-52E19AAA1254}" destId="{FFF4A62F-BDE3-4BA6-8D27-97DB07117CC6}" srcOrd="2" destOrd="0" presId="urn:microsoft.com/office/officeart/2018/2/layout/IconVerticalSolidList"/>
    <dgm:cxn modelId="{4E31B9D6-315E-4E3F-8C10-80D523CC8B33}" type="presParOf" srcId="{FFF4A62F-BDE3-4BA6-8D27-97DB07117CC6}" destId="{D849B3B1-E78F-463B-9E62-799B6571C9D3}" srcOrd="0" destOrd="0" presId="urn:microsoft.com/office/officeart/2018/2/layout/IconVerticalSolidList"/>
    <dgm:cxn modelId="{D2365C4B-77ED-4A43-9959-0D3F2CE38623}" type="presParOf" srcId="{FFF4A62F-BDE3-4BA6-8D27-97DB07117CC6}" destId="{EE3434AE-47A5-492B-BFA4-5821A5A8840F}" srcOrd="1" destOrd="0" presId="urn:microsoft.com/office/officeart/2018/2/layout/IconVerticalSolidList"/>
    <dgm:cxn modelId="{25BE53B9-DCAF-4B93-AB28-3A8274078465}" type="presParOf" srcId="{FFF4A62F-BDE3-4BA6-8D27-97DB07117CC6}" destId="{1F70FD48-7383-44D5-9944-29E4EE447D32}" srcOrd="2" destOrd="0" presId="urn:microsoft.com/office/officeart/2018/2/layout/IconVerticalSolidList"/>
    <dgm:cxn modelId="{E06A3F35-E2D1-40E5-BCF4-F9831F4C3175}" type="presParOf" srcId="{FFF4A62F-BDE3-4BA6-8D27-97DB07117CC6}" destId="{0D9D3027-7D6A-4B6C-9113-9CEDFB503BB1}" srcOrd="3" destOrd="0" presId="urn:microsoft.com/office/officeart/2018/2/layout/IconVerticalSolidList"/>
    <dgm:cxn modelId="{5E3C83D4-1ED8-420B-A1B5-E970A27E9C41}" type="presParOf" srcId="{30B1FD9B-67F3-4488-9C47-52E19AAA1254}" destId="{A0399627-711A-43DA-85B7-051741BD257D}" srcOrd="3" destOrd="0" presId="urn:microsoft.com/office/officeart/2018/2/layout/IconVerticalSolidList"/>
    <dgm:cxn modelId="{34FD15D4-8C46-4700-A37C-99FDD32E113E}" type="presParOf" srcId="{30B1FD9B-67F3-4488-9C47-52E19AAA1254}" destId="{DF1C88B0-0348-4F77-A002-FE10D5E938B2}" srcOrd="4" destOrd="0" presId="urn:microsoft.com/office/officeart/2018/2/layout/IconVerticalSolidList"/>
    <dgm:cxn modelId="{86524755-DDD7-474A-8FC1-1C01AADB2CA5}" type="presParOf" srcId="{DF1C88B0-0348-4F77-A002-FE10D5E938B2}" destId="{88CFD9B2-9DAC-47FF-BE51-36673B0F1ED9}" srcOrd="0" destOrd="0" presId="urn:microsoft.com/office/officeart/2018/2/layout/IconVerticalSolidList"/>
    <dgm:cxn modelId="{79482627-122D-4528-98B1-8FF801FE9B22}" type="presParOf" srcId="{DF1C88B0-0348-4F77-A002-FE10D5E938B2}" destId="{523C05AC-C225-45F1-ACAD-FF78B1277346}" srcOrd="1" destOrd="0" presId="urn:microsoft.com/office/officeart/2018/2/layout/IconVerticalSolidList"/>
    <dgm:cxn modelId="{A9D67F15-DA7E-4740-B55C-1360567472ED}" type="presParOf" srcId="{DF1C88B0-0348-4F77-A002-FE10D5E938B2}" destId="{47F8D4C9-1B6C-4A48-8F6D-528046934BB5}" srcOrd="2" destOrd="0" presId="urn:microsoft.com/office/officeart/2018/2/layout/IconVerticalSolidList"/>
    <dgm:cxn modelId="{0D07009C-A1FB-4AD4-8758-42590A320E6D}" type="presParOf" srcId="{DF1C88B0-0348-4F77-A002-FE10D5E938B2}" destId="{BA27DDB6-1314-49E7-A803-2AC2ADE506B8}" srcOrd="3" destOrd="0" presId="urn:microsoft.com/office/officeart/2018/2/layout/IconVerticalSolidList"/>
    <dgm:cxn modelId="{DAD86ACB-CDF6-471B-B988-C7BDCBC87874}" type="presParOf" srcId="{30B1FD9B-67F3-4488-9C47-52E19AAA1254}" destId="{3D6B0673-A147-4F77-8A65-9558BDD0DB28}" srcOrd="5" destOrd="0" presId="urn:microsoft.com/office/officeart/2018/2/layout/IconVerticalSolidList"/>
    <dgm:cxn modelId="{108E0B8A-B18A-40A5-86E0-52B152AB1A2E}" type="presParOf" srcId="{30B1FD9B-67F3-4488-9C47-52E19AAA1254}" destId="{A018344C-6B1C-4E1D-9E9C-A144183317C6}" srcOrd="6" destOrd="0" presId="urn:microsoft.com/office/officeart/2018/2/layout/IconVerticalSolidList"/>
    <dgm:cxn modelId="{B74B8B80-31FA-464D-8A08-5D3478A743E1}" type="presParOf" srcId="{A018344C-6B1C-4E1D-9E9C-A144183317C6}" destId="{2DFCC04C-8263-484F-B9E7-80C6A272ACD2}" srcOrd="0" destOrd="0" presId="urn:microsoft.com/office/officeart/2018/2/layout/IconVerticalSolidList"/>
    <dgm:cxn modelId="{49F45372-DE7D-4184-B012-C05A4582C98B}" type="presParOf" srcId="{A018344C-6B1C-4E1D-9E9C-A144183317C6}" destId="{BB6E0506-36E3-40A4-851C-8933E272862A}" srcOrd="1" destOrd="0" presId="urn:microsoft.com/office/officeart/2018/2/layout/IconVerticalSolidList"/>
    <dgm:cxn modelId="{6F6966B1-0D2F-4763-9610-51BC2AC8B725}" type="presParOf" srcId="{A018344C-6B1C-4E1D-9E9C-A144183317C6}" destId="{8D74C3D4-5FA6-4CE1-AB74-EE3FB3745E2E}" srcOrd="2" destOrd="0" presId="urn:microsoft.com/office/officeart/2018/2/layout/IconVerticalSolidList"/>
    <dgm:cxn modelId="{0EA128AE-A477-42BF-8082-255DFBC952A2}" type="presParOf" srcId="{A018344C-6B1C-4E1D-9E9C-A144183317C6}" destId="{8B32A430-7F3C-4F57-8EC8-9C0B6DD49A2A}" srcOrd="3" destOrd="0" presId="urn:microsoft.com/office/officeart/2018/2/layout/IconVerticalSolidList"/>
    <dgm:cxn modelId="{F54F93B2-2C1E-4BF7-BF0A-B53A6BDB5027}" type="presParOf" srcId="{30B1FD9B-67F3-4488-9C47-52E19AAA1254}" destId="{C3CE8E00-745A-41DB-9FBD-6E1A30F34879}" srcOrd="7" destOrd="0" presId="urn:microsoft.com/office/officeart/2018/2/layout/IconVerticalSolidList"/>
    <dgm:cxn modelId="{5C7DEC04-CC0D-4697-9383-F71DEAB79721}" type="presParOf" srcId="{30B1FD9B-67F3-4488-9C47-52E19AAA1254}" destId="{87CA0A22-38DF-4427-B4E3-BEFBC03AEAD8}" srcOrd="8" destOrd="0" presId="urn:microsoft.com/office/officeart/2018/2/layout/IconVerticalSolidList"/>
    <dgm:cxn modelId="{0EF6CE06-B269-41CB-B76F-2194D5E8D9CB}" type="presParOf" srcId="{87CA0A22-38DF-4427-B4E3-BEFBC03AEAD8}" destId="{845D4CF7-4971-4B02-8B71-B2942EF6D400}" srcOrd="0" destOrd="0" presId="urn:microsoft.com/office/officeart/2018/2/layout/IconVerticalSolidList"/>
    <dgm:cxn modelId="{D8652C7B-E30F-44E7-9F6F-0932E215F409}" type="presParOf" srcId="{87CA0A22-38DF-4427-B4E3-BEFBC03AEAD8}" destId="{62CCD797-CC83-4294-83ED-6354DBEAF356}" srcOrd="1" destOrd="0" presId="urn:microsoft.com/office/officeart/2018/2/layout/IconVerticalSolidList"/>
    <dgm:cxn modelId="{A30FED23-EEB9-4BAF-88E7-F6D9CF235CCF}" type="presParOf" srcId="{87CA0A22-38DF-4427-B4E3-BEFBC03AEAD8}" destId="{D2D6AF60-4C8F-4EB7-A14C-CB7676494F0C}" srcOrd="2" destOrd="0" presId="urn:microsoft.com/office/officeart/2018/2/layout/IconVerticalSolidList"/>
    <dgm:cxn modelId="{234264CF-30E4-4A36-9243-E667D9181ED7}" type="presParOf" srcId="{87CA0A22-38DF-4427-B4E3-BEFBC03AEAD8}" destId="{EBE1606C-3C6B-46A8-AF3A-C331E07F59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9F171F-7A10-4380-93BF-3E3DFC8B51A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7BCB56B-ACEB-4EC7-A942-52B1698F9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field-based user research method</a:t>
          </a:r>
          <a:r>
            <a:rPr lang="en-US"/>
            <a:t> combining </a:t>
          </a:r>
          <a:r>
            <a:rPr lang="en-US" b="1"/>
            <a:t>observation + interview</a:t>
          </a:r>
          <a:r>
            <a:rPr lang="en-US"/>
            <a:t>.</a:t>
          </a:r>
        </a:p>
      </dgm:t>
    </dgm:pt>
    <dgm:pt modelId="{7657CAF0-24A3-443C-8E6E-2DC134DDD889}" type="parTrans" cxnId="{BF433585-4011-45F4-87EA-250EEB47A98A}">
      <dgm:prSet/>
      <dgm:spPr/>
      <dgm:t>
        <a:bodyPr/>
        <a:lstStyle/>
        <a:p>
          <a:endParaRPr lang="en-US"/>
        </a:p>
      </dgm:t>
    </dgm:pt>
    <dgm:pt modelId="{00E7EBDD-D694-4A34-B9B7-471C28E5BBBB}" type="sibTrans" cxnId="{BF433585-4011-45F4-87EA-250EEB47A9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BC87BB-6E91-48C7-A512-57BFEE2FF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Researcher watches users perform real tasks </a:t>
          </a:r>
          <a:r>
            <a:rPr lang="en-US" b="1"/>
            <a:t>in their natural environment</a:t>
          </a:r>
          <a:r>
            <a:rPr lang="en-US"/>
            <a:t>.</a:t>
          </a:r>
        </a:p>
      </dgm:t>
    </dgm:pt>
    <dgm:pt modelId="{999A7825-C4BD-4887-B245-90B4F9A997DC}" type="parTrans" cxnId="{C5ED711D-02B9-4868-BAF0-DDE6C9807999}">
      <dgm:prSet/>
      <dgm:spPr/>
      <dgm:t>
        <a:bodyPr/>
        <a:lstStyle/>
        <a:p>
          <a:endParaRPr lang="en-US"/>
        </a:p>
      </dgm:t>
    </dgm:pt>
    <dgm:pt modelId="{C303140A-B620-4E54-A3E0-C75362EC58C7}" type="sibTrans" cxnId="{C5ED711D-02B9-4868-BAF0-DDE6C98079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F3E03C-69BD-472F-B0BC-5D48A734D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Discover </a:t>
          </a:r>
          <a:r>
            <a:rPr lang="en-US" i="1"/>
            <a:t>what people actually do</a:t>
          </a:r>
          <a:r>
            <a:rPr lang="en-US"/>
            <a:t>, not what they say they do.</a:t>
          </a:r>
        </a:p>
      </dgm:t>
    </dgm:pt>
    <dgm:pt modelId="{BB2C9F51-8141-41BE-948F-80656DC6DBC7}" type="parTrans" cxnId="{4392F6C4-52E4-402B-BCD4-48F14E25BD59}">
      <dgm:prSet/>
      <dgm:spPr/>
      <dgm:t>
        <a:bodyPr/>
        <a:lstStyle/>
        <a:p>
          <a:endParaRPr lang="en-US"/>
        </a:p>
      </dgm:t>
    </dgm:pt>
    <dgm:pt modelId="{BB1D5BD2-6000-4753-A0B2-21CE7E2A058B}" type="sibTrans" cxnId="{4392F6C4-52E4-402B-BCD4-48F14E25BD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27288A-036E-4021-AB0F-7B5777AF48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Common in early design stages for uncovering </a:t>
          </a:r>
          <a:r>
            <a:rPr lang="en-US" b="1"/>
            <a:t>latent needs</a:t>
          </a:r>
          <a:r>
            <a:rPr lang="en-US"/>
            <a:t>.</a:t>
          </a:r>
        </a:p>
      </dgm:t>
    </dgm:pt>
    <dgm:pt modelId="{363B7116-6A14-46A9-81D8-E94A83AE4971}" type="parTrans" cxnId="{04DE4AC0-69C6-4A79-B648-996D60AF584B}">
      <dgm:prSet/>
      <dgm:spPr/>
      <dgm:t>
        <a:bodyPr/>
        <a:lstStyle/>
        <a:p>
          <a:endParaRPr lang="en-US"/>
        </a:p>
      </dgm:t>
    </dgm:pt>
    <dgm:pt modelId="{B6591749-29BC-4768-9A19-5F20037F1FDF}" type="sibTrans" cxnId="{04DE4AC0-69C6-4A79-B648-996D60AF584B}">
      <dgm:prSet/>
      <dgm:spPr/>
      <dgm:t>
        <a:bodyPr/>
        <a:lstStyle/>
        <a:p>
          <a:endParaRPr lang="en-US"/>
        </a:p>
      </dgm:t>
    </dgm:pt>
    <dgm:pt modelId="{5802CFE1-993E-43F4-821C-99F374113CA0}" type="pres">
      <dgm:prSet presAssocID="{B59F171F-7A10-4380-93BF-3E3DFC8B51AF}" presName="root" presStyleCnt="0">
        <dgm:presLayoutVars>
          <dgm:dir/>
          <dgm:resizeHandles val="exact"/>
        </dgm:presLayoutVars>
      </dgm:prSet>
      <dgm:spPr/>
    </dgm:pt>
    <dgm:pt modelId="{449B3636-4FE3-41CC-A70A-938AFA3299E7}" type="pres">
      <dgm:prSet presAssocID="{B59F171F-7A10-4380-93BF-3E3DFC8B51AF}" presName="container" presStyleCnt="0">
        <dgm:presLayoutVars>
          <dgm:dir/>
          <dgm:resizeHandles val="exact"/>
        </dgm:presLayoutVars>
      </dgm:prSet>
      <dgm:spPr/>
    </dgm:pt>
    <dgm:pt modelId="{5F7946B2-790E-4C50-8D08-A3FE952D80B2}" type="pres">
      <dgm:prSet presAssocID="{27BCB56B-ACEB-4EC7-A942-52B1698F972F}" presName="compNode" presStyleCnt="0"/>
      <dgm:spPr/>
    </dgm:pt>
    <dgm:pt modelId="{CE468EC3-0032-454D-9E95-D89B0E08502B}" type="pres">
      <dgm:prSet presAssocID="{27BCB56B-ACEB-4EC7-A942-52B1698F972F}" presName="iconBgRect" presStyleLbl="bgShp" presStyleIdx="0" presStyleCnt="4"/>
      <dgm:spPr/>
    </dgm:pt>
    <dgm:pt modelId="{2AC451F5-4460-4556-AE5A-ED2716E0866B}" type="pres">
      <dgm:prSet presAssocID="{27BCB56B-ACEB-4EC7-A942-52B1698F97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4056997-5EAE-4755-AFFD-4E4BF62AA54F}" type="pres">
      <dgm:prSet presAssocID="{27BCB56B-ACEB-4EC7-A942-52B1698F972F}" presName="spaceRect" presStyleCnt="0"/>
      <dgm:spPr/>
    </dgm:pt>
    <dgm:pt modelId="{D1CDE779-F97C-4A76-B87A-137A6B1A761B}" type="pres">
      <dgm:prSet presAssocID="{27BCB56B-ACEB-4EC7-A942-52B1698F972F}" presName="textRect" presStyleLbl="revTx" presStyleIdx="0" presStyleCnt="4">
        <dgm:presLayoutVars>
          <dgm:chMax val="1"/>
          <dgm:chPref val="1"/>
        </dgm:presLayoutVars>
      </dgm:prSet>
      <dgm:spPr/>
    </dgm:pt>
    <dgm:pt modelId="{393CE564-D3C9-43D5-943A-073591F590B7}" type="pres">
      <dgm:prSet presAssocID="{00E7EBDD-D694-4A34-B9B7-471C28E5BBBB}" presName="sibTrans" presStyleLbl="sibTrans2D1" presStyleIdx="0" presStyleCnt="0"/>
      <dgm:spPr/>
    </dgm:pt>
    <dgm:pt modelId="{85BB42F2-FF55-4A82-8B6D-E6BEB83A8B2A}" type="pres">
      <dgm:prSet presAssocID="{ACBC87BB-6E91-48C7-A512-57BFEE2FF7FF}" presName="compNode" presStyleCnt="0"/>
      <dgm:spPr/>
    </dgm:pt>
    <dgm:pt modelId="{8DC788A4-3B7B-47B2-A5AE-B16D3CBDE454}" type="pres">
      <dgm:prSet presAssocID="{ACBC87BB-6E91-48C7-A512-57BFEE2FF7FF}" presName="iconBgRect" presStyleLbl="bgShp" presStyleIdx="1" presStyleCnt="4"/>
      <dgm:spPr/>
    </dgm:pt>
    <dgm:pt modelId="{8BF24EAA-8357-436E-977B-B0B43C74C361}" type="pres">
      <dgm:prSet presAssocID="{ACBC87BB-6E91-48C7-A512-57BFEE2FF7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BDA99D6-084F-404C-A3D8-82BCD285AAAD}" type="pres">
      <dgm:prSet presAssocID="{ACBC87BB-6E91-48C7-A512-57BFEE2FF7FF}" presName="spaceRect" presStyleCnt="0"/>
      <dgm:spPr/>
    </dgm:pt>
    <dgm:pt modelId="{37CCB081-6474-43EC-922A-88ED86A1D7AA}" type="pres">
      <dgm:prSet presAssocID="{ACBC87BB-6E91-48C7-A512-57BFEE2FF7FF}" presName="textRect" presStyleLbl="revTx" presStyleIdx="1" presStyleCnt="4">
        <dgm:presLayoutVars>
          <dgm:chMax val="1"/>
          <dgm:chPref val="1"/>
        </dgm:presLayoutVars>
      </dgm:prSet>
      <dgm:spPr/>
    </dgm:pt>
    <dgm:pt modelId="{6F419487-D169-4BAC-AAD6-CBEEF2B856A1}" type="pres">
      <dgm:prSet presAssocID="{C303140A-B620-4E54-A3E0-C75362EC58C7}" presName="sibTrans" presStyleLbl="sibTrans2D1" presStyleIdx="0" presStyleCnt="0"/>
      <dgm:spPr/>
    </dgm:pt>
    <dgm:pt modelId="{54470C5B-6D9C-4EE5-9007-481E26934198}" type="pres">
      <dgm:prSet presAssocID="{94F3E03C-69BD-472F-B0BC-5D48A734DAF5}" presName="compNode" presStyleCnt="0"/>
      <dgm:spPr/>
    </dgm:pt>
    <dgm:pt modelId="{83AB0DBA-CD1B-47CB-B044-442A191F7087}" type="pres">
      <dgm:prSet presAssocID="{94F3E03C-69BD-472F-B0BC-5D48A734DAF5}" presName="iconBgRect" presStyleLbl="bgShp" presStyleIdx="2" presStyleCnt="4"/>
      <dgm:spPr/>
    </dgm:pt>
    <dgm:pt modelId="{B0C98548-3933-4875-8103-3AA59B4436CE}" type="pres">
      <dgm:prSet presAssocID="{94F3E03C-69BD-472F-B0BC-5D48A734DA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92681F9-1FC5-42BE-BC1B-C5F19E73BE8C}" type="pres">
      <dgm:prSet presAssocID="{94F3E03C-69BD-472F-B0BC-5D48A734DAF5}" presName="spaceRect" presStyleCnt="0"/>
      <dgm:spPr/>
    </dgm:pt>
    <dgm:pt modelId="{7913CE06-2183-47C1-9647-36EB3FF389FB}" type="pres">
      <dgm:prSet presAssocID="{94F3E03C-69BD-472F-B0BC-5D48A734DAF5}" presName="textRect" presStyleLbl="revTx" presStyleIdx="2" presStyleCnt="4">
        <dgm:presLayoutVars>
          <dgm:chMax val="1"/>
          <dgm:chPref val="1"/>
        </dgm:presLayoutVars>
      </dgm:prSet>
      <dgm:spPr/>
    </dgm:pt>
    <dgm:pt modelId="{F738F6BB-7E14-40F0-B387-4F19BAED72ED}" type="pres">
      <dgm:prSet presAssocID="{BB1D5BD2-6000-4753-A0B2-21CE7E2A058B}" presName="sibTrans" presStyleLbl="sibTrans2D1" presStyleIdx="0" presStyleCnt="0"/>
      <dgm:spPr/>
    </dgm:pt>
    <dgm:pt modelId="{19984C4A-FBDF-4F64-97FF-852F6F5D2793}" type="pres">
      <dgm:prSet presAssocID="{3E27288A-036E-4021-AB0F-7B5777AF48FB}" presName="compNode" presStyleCnt="0"/>
      <dgm:spPr/>
    </dgm:pt>
    <dgm:pt modelId="{7A2F510C-E3A0-4530-B8FB-84DA8C39BB45}" type="pres">
      <dgm:prSet presAssocID="{3E27288A-036E-4021-AB0F-7B5777AF48FB}" presName="iconBgRect" presStyleLbl="bgShp" presStyleIdx="3" presStyleCnt="4"/>
      <dgm:spPr/>
    </dgm:pt>
    <dgm:pt modelId="{35F81570-37BE-4B43-A787-A74E838F1F08}" type="pres">
      <dgm:prSet presAssocID="{3E27288A-036E-4021-AB0F-7B5777AF48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EE47B55-A4AB-41B9-9214-2256E943B76D}" type="pres">
      <dgm:prSet presAssocID="{3E27288A-036E-4021-AB0F-7B5777AF48FB}" presName="spaceRect" presStyleCnt="0"/>
      <dgm:spPr/>
    </dgm:pt>
    <dgm:pt modelId="{4BE59598-1070-4818-AEE2-FD4A44D412F5}" type="pres">
      <dgm:prSet presAssocID="{3E27288A-036E-4021-AB0F-7B5777AF48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0BA4705-3778-487E-A239-B31ABED7528D}" type="presOf" srcId="{BB1D5BD2-6000-4753-A0B2-21CE7E2A058B}" destId="{F738F6BB-7E14-40F0-B387-4F19BAED72ED}" srcOrd="0" destOrd="0" presId="urn:microsoft.com/office/officeart/2018/2/layout/IconCircleList"/>
    <dgm:cxn modelId="{C5ED711D-02B9-4868-BAF0-DDE6C9807999}" srcId="{B59F171F-7A10-4380-93BF-3E3DFC8B51AF}" destId="{ACBC87BB-6E91-48C7-A512-57BFEE2FF7FF}" srcOrd="1" destOrd="0" parTransId="{999A7825-C4BD-4887-B245-90B4F9A997DC}" sibTransId="{C303140A-B620-4E54-A3E0-C75362EC58C7}"/>
    <dgm:cxn modelId="{A6E0DC40-EE8E-464A-B63F-32C9F8D0E19D}" type="presOf" srcId="{94F3E03C-69BD-472F-B0BC-5D48A734DAF5}" destId="{7913CE06-2183-47C1-9647-36EB3FF389FB}" srcOrd="0" destOrd="0" presId="urn:microsoft.com/office/officeart/2018/2/layout/IconCircleList"/>
    <dgm:cxn modelId="{04982353-AAAD-4223-B940-E2AB70787F3D}" type="presOf" srcId="{00E7EBDD-D694-4A34-B9B7-471C28E5BBBB}" destId="{393CE564-D3C9-43D5-943A-073591F590B7}" srcOrd="0" destOrd="0" presId="urn:microsoft.com/office/officeart/2018/2/layout/IconCircleList"/>
    <dgm:cxn modelId="{5C89E380-1340-47C9-A158-E4163FB8F8DB}" type="presOf" srcId="{27BCB56B-ACEB-4EC7-A942-52B1698F972F}" destId="{D1CDE779-F97C-4A76-B87A-137A6B1A761B}" srcOrd="0" destOrd="0" presId="urn:microsoft.com/office/officeart/2018/2/layout/IconCircleList"/>
    <dgm:cxn modelId="{BF433585-4011-45F4-87EA-250EEB47A98A}" srcId="{B59F171F-7A10-4380-93BF-3E3DFC8B51AF}" destId="{27BCB56B-ACEB-4EC7-A942-52B1698F972F}" srcOrd="0" destOrd="0" parTransId="{7657CAF0-24A3-443C-8E6E-2DC134DDD889}" sibTransId="{00E7EBDD-D694-4A34-B9B7-471C28E5BBBB}"/>
    <dgm:cxn modelId="{A3BE3386-903A-41C2-9B4B-097A5DF9F3CD}" type="presOf" srcId="{3E27288A-036E-4021-AB0F-7B5777AF48FB}" destId="{4BE59598-1070-4818-AEE2-FD4A44D412F5}" srcOrd="0" destOrd="0" presId="urn:microsoft.com/office/officeart/2018/2/layout/IconCircleList"/>
    <dgm:cxn modelId="{04DE4AC0-69C6-4A79-B648-996D60AF584B}" srcId="{B59F171F-7A10-4380-93BF-3E3DFC8B51AF}" destId="{3E27288A-036E-4021-AB0F-7B5777AF48FB}" srcOrd="3" destOrd="0" parTransId="{363B7116-6A14-46A9-81D8-E94A83AE4971}" sibTransId="{B6591749-29BC-4768-9A19-5F20037F1FDF}"/>
    <dgm:cxn modelId="{4392F6C4-52E4-402B-BCD4-48F14E25BD59}" srcId="{B59F171F-7A10-4380-93BF-3E3DFC8B51AF}" destId="{94F3E03C-69BD-472F-B0BC-5D48A734DAF5}" srcOrd="2" destOrd="0" parTransId="{BB2C9F51-8141-41BE-948F-80656DC6DBC7}" sibTransId="{BB1D5BD2-6000-4753-A0B2-21CE7E2A058B}"/>
    <dgm:cxn modelId="{CD1F1DD9-C8DC-41A7-8A3E-F5FED1C22768}" type="presOf" srcId="{B59F171F-7A10-4380-93BF-3E3DFC8B51AF}" destId="{5802CFE1-993E-43F4-821C-99F374113CA0}" srcOrd="0" destOrd="0" presId="urn:microsoft.com/office/officeart/2018/2/layout/IconCircleList"/>
    <dgm:cxn modelId="{0540BDE1-F4F2-4076-930B-5CF691D6BFD0}" type="presOf" srcId="{ACBC87BB-6E91-48C7-A512-57BFEE2FF7FF}" destId="{37CCB081-6474-43EC-922A-88ED86A1D7AA}" srcOrd="0" destOrd="0" presId="urn:microsoft.com/office/officeart/2018/2/layout/IconCircleList"/>
    <dgm:cxn modelId="{B8C504F2-459F-42E3-ADFA-B94BA1E80230}" type="presOf" srcId="{C303140A-B620-4E54-A3E0-C75362EC58C7}" destId="{6F419487-D169-4BAC-AAD6-CBEEF2B856A1}" srcOrd="0" destOrd="0" presId="urn:microsoft.com/office/officeart/2018/2/layout/IconCircleList"/>
    <dgm:cxn modelId="{53A7422C-B1D0-425B-8DCD-B8CE6AE39420}" type="presParOf" srcId="{5802CFE1-993E-43F4-821C-99F374113CA0}" destId="{449B3636-4FE3-41CC-A70A-938AFA3299E7}" srcOrd="0" destOrd="0" presId="urn:microsoft.com/office/officeart/2018/2/layout/IconCircleList"/>
    <dgm:cxn modelId="{4DC82BEE-7278-4FCE-B722-3747316B0696}" type="presParOf" srcId="{449B3636-4FE3-41CC-A70A-938AFA3299E7}" destId="{5F7946B2-790E-4C50-8D08-A3FE952D80B2}" srcOrd="0" destOrd="0" presId="urn:microsoft.com/office/officeart/2018/2/layout/IconCircleList"/>
    <dgm:cxn modelId="{9879B4B0-6A5E-499B-934C-21BE0AFDD51C}" type="presParOf" srcId="{5F7946B2-790E-4C50-8D08-A3FE952D80B2}" destId="{CE468EC3-0032-454D-9E95-D89B0E08502B}" srcOrd="0" destOrd="0" presId="urn:microsoft.com/office/officeart/2018/2/layout/IconCircleList"/>
    <dgm:cxn modelId="{5BE1C2ED-F9C5-4272-B48C-6AED0FD01660}" type="presParOf" srcId="{5F7946B2-790E-4C50-8D08-A3FE952D80B2}" destId="{2AC451F5-4460-4556-AE5A-ED2716E0866B}" srcOrd="1" destOrd="0" presId="urn:microsoft.com/office/officeart/2018/2/layout/IconCircleList"/>
    <dgm:cxn modelId="{A88A3F99-8AE5-4B6A-B168-C110D438BF3B}" type="presParOf" srcId="{5F7946B2-790E-4C50-8D08-A3FE952D80B2}" destId="{54056997-5EAE-4755-AFFD-4E4BF62AA54F}" srcOrd="2" destOrd="0" presId="urn:microsoft.com/office/officeart/2018/2/layout/IconCircleList"/>
    <dgm:cxn modelId="{8D64C52A-9F85-4D17-A1FD-4082F8376CB9}" type="presParOf" srcId="{5F7946B2-790E-4C50-8D08-A3FE952D80B2}" destId="{D1CDE779-F97C-4A76-B87A-137A6B1A761B}" srcOrd="3" destOrd="0" presId="urn:microsoft.com/office/officeart/2018/2/layout/IconCircleList"/>
    <dgm:cxn modelId="{258A33C3-0D6A-4E28-A919-54D721A96EB1}" type="presParOf" srcId="{449B3636-4FE3-41CC-A70A-938AFA3299E7}" destId="{393CE564-D3C9-43D5-943A-073591F590B7}" srcOrd="1" destOrd="0" presId="urn:microsoft.com/office/officeart/2018/2/layout/IconCircleList"/>
    <dgm:cxn modelId="{460A04C6-6A6E-42FF-804F-D94A422F3A79}" type="presParOf" srcId="{449B3636-4FE3-41CC-A70A-938AFA3299E7}" destId="{85BB42F2-FF55-4A82-8B6D-E6BEB83A8B2A}" srcOrd="2" destOrd="0" presId="urn:microsoft.com/office/officeart/2018/2/layout/IconCircleList"/>
    <dgm:cxn modelId="{26AADA2E-E816-4B64-A6CC-E98BF4419845}" type="presParOf" srcId="{85BB42F2-FF55-4A82-8B6D-E6BEB83A8B2A}" destId="{8DC788A4-3B7B-47B2-A5AE-B16D3CBDE454}" srcOrd="0" destOrd="0" presId="urn:microsoft.com/office/officeart/2018/2/layout/IconCircleList"/>
    <dgm:cxn modelId="{ED930BD7-A1D9-40C5-9D1A-775E41437FA7}" type="presParOf" srcId="{85BB42F2-FF55-4A82-8B6D-E6BEB83A8B2A}" destId="{8BF24EAA-8357-436E-977B-B0B43C74C361}" srcOrd="1" destOrd="0" presId="urn:microsoft.com/office/officeart/2018/2/layout/IconCircleList"/>
    <dgm:cxn modelId="{7CF3BC8D-265A-405F-A456-470FD15BBA2F}" type="presParOf" srcId="{85BB42F2-FF55-4A82-8B6D-E6BEB83A8B2A}" destId="{BBDA99D6-084F-404C-A3D8-82BCD285AAAD}" srcOrd="2" destOrd="0" presId="urn:microsoft.com/office/officeart/2018/2/layout/IconCircleList"/>
    <dgm:cxn modelId="{EC06237A-6413-4F73-85B4-64EABC367E64}" type="presParOf" srcId="{85BB42F2-FF55-4A82-8B6D-E6BEB83A8B2A}" destId="{37CCB081-6474-43EC-922A-88ED86A1D7AA}" srcOrd="3" destOrd="0" presId="urn:microsoft.com/office/officeart/2018/2/layout/IconCircleList"/>
    <dgm:cxn modelId="{22AEB3E6-D00D-45DD-A2B9-2BEE71DF3974}" type="presParOf" srcId="{449B3636-4FE3-41CC-A70A-938AFA3299E7}" destId="{6F419487-D169-4BAC-AAD6-CBEEF2B856A1}" srcOrd="3" destOrd="0" presId="urn:microsoft.com/office/officeart/2018/2/layout/IconCircleList"/>
    <dgm:cxn modelId="{0A919EC7-47E7-467F-9F7A-4B53395EE2D6}" type="presParOf" srcId="{449B3636-4FE3-41CC-A70A-938AFA3299E7}" destId="{54470C5B-6D9C-4EE5-9007-481E26934198}" srcOrd="4" destOrd="0" presId="urn:microsoft.com/office/officeart/2018/2/layout/IconCircleList"/>
    <dgm:cxn modelId="{D55FF39B-FCAD-4324-8C14-9A41AA37A38D}" type="presParOf" srcId="{54470C5B-6D9C-4EE5-9007-481E26934198}" destId="{83AB0DBA-CD1B-47CB-B044-442A191F7087}" srcOrd="0" destOrd="0" presId="urn:microsoft.com/office/officeart/2018/2/layout/IconCircleList"/>
    <dgm:cxn modelId="{905F8A30-0D12-4E1D-9384-C4665EECE809}" type="presParOf" srcId="{54470C5B-6D9C-4EE5-9007-481E26934198}" destId="{B0C98548-3933-4875-8103-3AA59B4436CE}" srcOrd="1" destOrd="0" presId="urn:microsoft.com/office/officeart/2018/2/layout/IconCircleList"/>
    <dgm:cxn modelId="{B75C3372-DC9D-4BF9-8E3E-00409D074494}" type="presParOf" srcId="{54470C5B-6D9C-4EE5-9007-481E26934198}" destId="{F92681F9-1FC5-42BE-BC1B-C5F19E73BE8C}" srcOrd="2" destOrd="0" presId="urn:microsoft.com/office/officeart/2018/2/layout/IconCircleList"/>
    <dgm:cxn modelId="{1ED95D12-2833-448C-B9D3-E7E1BA60C612}" type="presParOf" srcId="{54470C5B-6D9C-4EE5-9007-481E26934198}" destId="{7913CE06-2183-47C1-9647-36EB3FF389FB}" srcOrd="3" destOrd="0" presId="urn:microsoft.com/office/officeart/2018/2/layout/IconCircleList"/>
    <dgm:cxn modelId="{402176C7-2F80-4198-883B-672F7FABF2A8}" type="presParOf" srcId="{449B3636-4FE3-41CC-A70A-938AFA3299E7}" destId="{F738F6BB-7E14-40F0-B387-4F19BAED72ED}" srcOrd="5" destOrd="0" presId="urn:microsoft.com/office/officeart/2018/2/layout/IconCircleList"/>
    <dgm:cxn modelId="{C215219C-6D16-4E8F-A718-05AA4C0D1FD8}" type="presParOf" srcId="{449B3636-4FE3-41CC-A70A-938AFA3299E7}" destId="{19984C4A-FBDF-4F64-97FF-852F6F5D2793}" srcOrd="6" destOrd="0" presId="urn:microsoft.com/office/officeart/2018/2/layout/IconCircleList"/>
    <dgm:cxn modelId="{6C39519C-5C60-4236-80A2-3EFC4BED0723}" type="presParOf" srcId="{19984C4A-FBDF-4F64-97FF-852F6F5D2793}" destId="{7A2F510C-E3A0-4530-B8FB-84DA8C39BB45}" srcOrd="0" destOrd="0" presId="urn:microsoft.com/office/officeart/2018/2/layout/IconCircleList"/>
    <dgm:cxn modelId="{747E30E7-9C07-4E81-8267-7999D1993C94}" type="presParOf" srcId="{19984C4A-FBDF-4F64-97FF-852F6F5D2793}" destId="{35F81570-37BE-4B43-A787-A74E838F1F08}" srcOrd="1" destOrd="0" presId="urn:microsoft.com/office/officeart/2018/2/layout/IconCircleList"/>
    <dgm:cxn modelId="{0E529FAB-7169-415C-BB3C-E14F51332C0A}" type="presParOf" srcId="{19984C4A-FBDF-4F64-97FF-852F6F5D2793}" destId="{AEE47B55-A4AB-41B9-9214-2256E943B76D}" srcOrd="2" destOrd="0" presId="urn:microsoft.com/office/officeart/2018/2/layout/IconCircleList"/>
    <dgm:cxn modelId="{68A9379D-40EF-44F5-8C08-04F324AD05D1}" type="presParOf" srcId="{19984C4A-FBDF-4F64-97FF-852F6F5D2793}" destId="{4BE59598-1070-4818-AEE2-FD4A44D412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D8FBB1E-AA02-401D-B6D0-D966E69C1A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8FE338-3F59-47B5-B6C1-AB645984B1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Scenario: </a:t>
          </a:r>
          <a:r>
            <a:rPr lang="en-US"/>
            <a:t>Designers observed technicians using a complex control panel.</a:t>
          </a:r>
        </a:p>
      </dgm:t>
    </dgm:pt>
    <dgm:pt modelId="{DE76DF57-C169-436E-9BDF-1953946B0CB2}" type="parTrans" cxnId="{5511264E-9229-46A2-A6B4-D5057130790D}">
      <dgm:prSet/>
      <dgm:spPr/>
      <dgm:t>
        <a:bodyPr/>
        <a:lstStyle/>
        <a:p>
          <a:endParaRPr lang="en-US"/>
        </a:p>
      </dgm:t>
    </dgm:pt>
    <dgm:pt modelId="{0606ABAB-CC57-4866-8577-946171AE4644}" type="sibTrans" cxnId="{5511264E-9229-46A2-A6B4-D5057130790D}">
      <dgm:prSet/>
      <dgm:spPr/>
      <dgm:t>
        <a:bodyPr/>
        <a:lstStyle/>
        <a:p>
          <a:endParaRPr lang="en-US"/>
        </a:p>
      </dgm:t>
    </dgm:pt>
    <dgm:pt modelId="{82B81402-FD9A-4558-8BA1-A2AB130987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 they relied heavily on </a:t>
          </a:r>
          <a:r>
            <a:rPr lang="en-US" b="1"/>
            <a:t>handwritten notes</a:t>
          </a:r>
          <a:r>
            <a:rPr lang="en-US"/>
            <a:t>.</a:t>
          </a:r>
        </a:p>
      </dgm:t>
    </dgm:pt>
    <dgm:pt modelId="{2F67CEE2-477B-44E1-BE88-F2015E3ECA88}" type="parTrans" cxnId="{B264E9AA-5CDC-4E6F-B63E-88E363110E78}">
      <dgm:prSet/>
      <dgm:spPr/>
      <dgm:t>
        <a:bodyPr/>
        <a:lstStyle/>
        <a:p>
          <a:endParaRPr lang="en-US"/>
        </a:p>
      </dgm:t>
    </dgm:pt>
    <dgm:pt modelId="{1BB4E99C-147D-4F47-852D-81CD73FE35B5}" type="sibTrans" cxnId="{B264E9AA-5CDC-4E6F-B63E-88E363110E78}">
      <dgm:prSet/>
      <dgm:spPr/>
      <dgm:t>
        <a:bodyPr/>
        <a:lstStyle/>
        <a:p>
          <a:endParaRPr lang="en-US"/>
        </a:p>
      </dgm:t>
    </dgm:pt>
    <dgm:pt modelId="{4495DB4A-6D19-4509-9358-6DF266FC14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Insight → Add an on-screen checklist + contextual reminders.</a:t>
          </a:r>
        </a:p>
      </dgm:t>
    </dgm:pt>
    <dgm:pt modelId="{BD630E02-AEBE-4897-AE96-405D959B49F5}" type="parTrans" cxnId="{C2F6186F-0067-47E2-9FEB-B5109FD0B2FC}">
      <dgm:prSet/>
      <dgm:spPr/>
      <dgm:t>
        <a:bodyPr/>
        <a:lstStyle/>
        <a:p>
          <a:endParaRPr lang="en-US"/>
        </a:p>
      </dgm:t>
    </dgm:pt>
    <dgm:pt modelId="{14D302BF-B8F6-49BA-A788-63C435013D17}" type="sibTrans" cxnId="{C2F6186F-0067-47E2-9FEB-B5109FD0B2FC}">
      <dgm:prSet/>
      <dgm:spPr/>
      <dgm:t>
        <a:bodyPr/>
        <a:lstStyle/>
        <a:p>
          <a:endParaRPr lang="en-US"/>
        </a:p>
      </dgm:t>
    </dgm:pt>
    <dgm:pt modelId="{1213D732-3992-485D-A99C-7C8B690104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 → Reduced errors and training time.</a:t>
          </a:r>
        </a:p>
      </dgm:t>
    </dgm:pt>
    <dgm:pt modelId="{F489A2F7-14C3-442D-9832-AAC7B8E79439}" type="parTrans" cxnId="{4C63F19A-7619-4282-A85C-073A3A69E33D}">
      <dgm:prSet/>
      <dgm:spPr/>
      <dgm:t>
        <a:bodyPr/>
        <a:lstStyle/>
        <a:p>
          <a:endParaRPr lang="en-US"/>
        </a:p>
      </dgm:t>
    </dgm:pt>
    <dgm:pt modelId="{8CF47448-89A5-45DC-A56C-17703902D910}" type="sibTrans" cxnId="{4C63F19A-7619-4282-A85C-073A3A69E33D}">
      <dgm:prSet/>
      <dgm:spPr/>
      <dgm:t>
        <a:bodyPr/>
        <a:lstStyle/>
        <a:p>
          <a:endParaRPr lang="en-US"/>
        </a:p>
      </dgm:t>
    </dgm:pt>
    <dgm:pt modelId="{6AE0B8CC-86DA-4753-ABF8-97639B665AB8}" type="pres">
      <dgm:prSet presAssocID="{BD8FBB1E-AA02-401D-B6D0-D966E69C1A12}" presName="root" presStyleCnt="0">
        <dgm:presLayoutVars>
          <dgm:dir/>
          <dgm:resizeHandles val="exact"/>
        </dgm:presLayoutVars>
      </dgm:prSet>
      <dgm:spPr/>
    </dgm:pt>
    <dgm:pt modelId="{EF13D092-1C46-4306-82E8-72F14A0546B9}" type="pres">
      <dgm:prSet presAssocID="{368FE338-3F59-47B5-B6C1-AB645984B106}" presName="compNode" presStyleCnt="0"/>
      <dgm:spPr/>
    </dgm:pt>
    <dgm:pt modelId="{C8ADA742-E809-4D58-9B26-455DF7280E96}" type="pres">
      <dgm:prSet presAssocID="{368FE338-3F59-47B5-B6C1-AB645984B106}" presName="bgRect" presStyleLbl="bgShp" presStyleIdx="0" presStyleCnt="4"/>
      <dgm:spPr/>
    </dgm:pt>
    <dgm:pt modelId="{B75CAFA3-05C5-497E-A944-8B8C1AA2B973}" type="pres">
      <dgm:prSet presAssocID="{368FE338-3F59-47B5-B6C1-AB645984B1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525ADAF-C5CD-4F62-8898-50DC59A75A28}" type="pres">
      <dgm:prSet presAssocID="{368FE338-3F59-47B5-B6C1-AB645984B106}" presName="spaceRect" presStyleCnt="0"/>
      <dgm:spPr/>
    </dgm:pt>
    <dgm:pt modelId="{D8602609-3110-4221-AA6C-4C9CD2F10A25}" type="pres">
      <dgm:prSet presAssocID="{368FE338-3F59-47B5-B6C1-AB645984B106}" presName="parTx" presStyleLbl="revTx" presStyleIdx="0" presStyleCnt="4">
        <dgm:presLayoutVars>
          <dgm:chMax val="0"/>
          <dgm:chPref val="0"/>
        </dgm:presLayoutVars>
      </dgm:prSet>
      <dgm:spPr/>
    </dgm:pt>
    <dgm:pt modelId="{26429783-203D-4695-962B-3FED804635FD}" type="pres">
      <dgm:prSet presAssocID="{0606ABAB-CC57-4866-8577-946171AE4644}" presName="sibTrans" presStyleCnt="0"/>
      <dgm:spPr/>
    </dgm:pt>
    <dgm:pt modelId="{728821C8-087A-4943-A16C-95D4AE2A2E41}" type="pres">
      <dgm:prSet presAssocID="{82B81402-FD9A-4558-8BA1-A2AB1309876D}" presName="compNode" presStyleCnt="0"/>
      <dgm:spPr/>
    </dgm:pt>
    <dgm:pt modelId="{431FF837-1A71-4524-8418-5A4193CC9F66}" type="pres">
      <dgm:prSet presAssocID="{82B81402-FD9A-4558-8BA1-A2AB1309876D}" presName="bgRect" presStyleLbl="bgShp" presStyleIdx="1" presStyleCnt="4"/>
      <dgm:spPr/>
    </dgm:pt>
    <dgm:pt modelId="{ABB9F2FE-A591-4B1E-B9C9-2719C4D8A27B}" type="pres">
      <dgm:prSet presAssocID="{82B81402-FD9A-4558-8BA1-A2AB130987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3B2DB7B-8C69-4A15-A08B-1B818B64393E}" type="pres">
      <dgm:prSet presAssocID="{82B81402-FD9A-4558-8BA1-A2AB1309876D}" presName="spaceRect" presStyleCnt="0"/>
      <dgm:spPr/>
    </dgm:pt>
    <dgm:pt modelId="{1A8E5475-6FDB-4339-AC52-C92F40B84F1D}" type="pres">
      <dgm:prSet presAssocID="{82B81402-FD9A-4558-8BA1-A2AB1309876D}" presName="parTx" presStyleLbl="revTx" presStyleIdx="1" presStyleCnt="4">
        <dgm:presLayoutVars>
          <dgm:chMax val="0"/>
          <dgm:chPref val="0"/>
        </dgm:presLayoutVars>
      </dgm:prSet>
      <dgm:spPr/>
    </dgm:pt>
    <dgm:pt modelId="{FD89CA98-B516-43D4-9E87-3E793D7B8813}" type="pres">
      <dgm:prSet presAssocID="{1BB4E99C-147D-4F47-852D-81CD73FE35B5}" presName="sibTrans" presStyleCnt="0"/>
      <dgm:spPr/>
    </dgm:pt>
    <dgm:pt modelId="{6CB45DA8-FD2B-4146-86A2-50BB4884543E}" type="pres">
      <dgm:prSet presAssocID="{4495DB4A-6D19-4509-9358-6DF266FC1426}" presName="compNode" presStyleCnt="0"/>
      <dgm:spPr/>
    </dgm:pt>
    <dgm:pt modelId="{1C2A4974-BCED-4F45-A711-A866F4725B54}" type="pres">
      <dgm:prSet presAssocID="{4495DB4A-6D19-4509-9358-6DF266FC1426}" presName="bgRect" presStyleLbl="bgShp" presStyleIdx="2" presStyleCnt="4"/>
      <dgm:spPr/>
    </dgm:pt>
    <dgm:pt modelId="{340A7D2B-E23A-4C04-A731-8D705430F26D}" type="pres">
      <dgm:prSet presAssocID="{4495DB4A-6D19-4509-9358-6DF266FC14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63FA60-727C-462A-984B-143B89A8FBCF}" type="pres">
      <dgm:prSet presAssocID="{4495DB4A-6D19-4509-9358-6DF266FC1426}" presName="spaceRect" presStyleCnt="0"/>
      <dgm:spPr/>
    </dgm:pt>
    <dgm:pt modelId="{7D4B92BB-9852-4A28-A8CC-3D6C0795CA21}" type="pres">
      <dgm:prSet presAssocID="{4495DB4A-6D19-4509-9358-6DF266FC1426}" presName="parTx" presStyleLbl="revTx" presStyleIdx="2" presStyleCnt="4">
        <dgm:presLayoutVars>
          <dgm:chMax val="0"/>
          <dgm:chPref val="0"/>
        </dgm:presLayoutVars>
      </dgm:prSet>
      <dgm:spPr/>
    </dgm:pt>
    <dgm:pt modelId="{74E021A0-308C-42AF-AA90-BCAC138DFB4B}" type="pres">
      <dgm:prSet presAssocID="{14D302BF-B8F6-49BA-A788-63C435013D17}" presName="sibTrans" presStyleCnt="0"/>
      <dgm:spPr/>
    </dgm:pt>
    <dgm:pt modelId="{2DF25663-0125-439D-AB26-06B5861033C9}" type="pres">
      <dgm:prSet presAssocID="{1213D732-3992-485D-A99C-7C8B69010416}" presName="compNode" presStyleCnt="0"/>
      <dgm:spPr/>
    </dgm:pt>
    <dgm:pt modelId="{7F4EF10F-979D-4E1C-98FC-F395C7E186CE}" type="pres">
      <dgm:prSet presAssocID="{1213D732-3992-485D-A99C-7C8B69010416}" presName="bgRect" presStyleLbl="bgShp" presStyleIdx="3" presStyleCnt="4"/>
      <dgm:spPr/>
    </dgm:pt>
    <dgm:pt modelId="{48280556-3DF5-4770-A9EB-33C8993756DC}" type="pres">
      <dgm:prSet presAssocID="{1213D732-3992-485D-A99C-7C8B690104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F3B7F87-8AFC-457A-B095-88021658D47A}" type="pres">
      <dgm:prSet presAssocID="{1213D732-3992-485D-A99C-7C8B69010416}" presName="spaceRect" presStyleCnt="0"/>
      <dgm:spPr/>
    </dgm:pt>
    <dgm:pt modelId="{98D3AE08-E466-4589-ADF1-49B12DD24E15}" type="pres">
      <dgm:prSet presAssocID="{1213D732-3992-485D-A99C-7C8B690104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1F22A37-DC37-4CDD-A055-A8D1263F0486}" type="presOf" srcId="{4495DB4A-6D19-4509-9358-6DF266FC1426}" destId="{7D4B92BB-9852-4A28-A8CC-3D6C0795CA21}" srcOrd="0" destOrd="0" presId="urn:microsoft.com/office/officeart/2018/2/layout/IconVerticalSolidList"/>
    <dgm:cxn modelId="{A2314663-B1C6-421C-B4AB-A8412A7E88CE}" type="presOf" srcId="{368FE338-3F59-47B5-B6C1-AB645984B106}" destId="{D8602609-3110-4221-AA6C-4C9CD2F10A25}" srcOrd="0" destOrd="0" presId="urn:microsoft.com/office/officeart/2018/2/layout/IconVerticalSolidList"/>
    <dgm:cxn modelId="{5896C163-327A-42DE-8E58-6E974C08E27B}" type="presOf" srcId="{82B81402-FD9A-4558-8BA1-A2AB1309876D}" destId="{1A8E5475-6FDB-4339-AC52-C92F40B84F1D}" srcOrd="0" destOrd="0" presId="urn:microsoft.com/office/officeart/2018/2/layout/IconVerticalSolidList"/>
    <dgm:cxn modelId="{5511264E-9229-46A2-A6B4-D5057130790D}" srcId="{BD8FBB1E-AA02-401D-B6D0-D966E69C1A12}" destId="{368FE338-3F59-47B5-B6C1-AB645984B106}" srcOrd="0" destOrd="0" parTransId="{DE76DF57-C169-436E-9BDF-1953946B0CB2}" sibTransId="{0606ABAB-CC57-4866-8577-946171AE4644}"/>
    <dgm:cxn modelId="{C2F6186F-0067-47E2-9FEB-B5109FD0B2FC}" srcId="{BD8FBB1E-AA02-401D-B6D0-D966E69C1A12}" destId="{4495DB4A-6D19-4509-9358-6DF266FC1426}" srcOrd="2" destOrd="0" parTransId="{BD630E02-AEBE-4897-AE96-405D959B49F5}" sibTransId="{14D302BF-B8F6-49BA-A788-63C435013D17}"/>
    <dgm:cxn modelId="{5CB18885-38F0-49ED-A0E3-91DBE87BD673}" type="presOf" srcId="{1213D732-3992-485D-A99C-7C8B69010416}" destId="{98D3AE08-E466-4589-ADF1-49B12DD24E15}" srcOrd="0" destOrd="0" presId="urn:microsoft.com/office/officeart/2018/2/layout/IconVerticalSolidList"/>
    <dgm:cxn modelId="{4C63F19A-7619-4282-A85C-073A3A69E33D}" srcId="{BD8FBB1E-AA02-401D-B6D0-D966E69C1A12}" destId="{1213D732-3992-485D-A99C-7C8B69010416}" srcOrd="3" destOrd="0" parTransId="{F489A2F7-14C3-442D-9832-AAC7B8E79439}" sibTransId="{8CF47448-89A5-45DC-A56C-17703902D910}"/>
    <dgm:cxn modelId="{B264E9AA-5CDC-4E6F-B63E-88E363110E78}" srcId="{BD8FBB1E-AA02-401D-B6D0-D966E69C1A12}" destId="{82B81402-FD9A-4558-8BA1-A2AB1309876D}" srcOrd="1" destOrd="0" parTransId="{2F67CEE2-477B-44E1-BE88-F2015E3ECA88}" sibTransId="{1BB4E99C-147D-4F47-852D-81CD73FE35B5}"/>
    <dgm:cxn modelId="{C5DCC3CA-B574-48E1-BA1C-BB2FFC3BCE05}" type="presOf" srcId="{BD8FBB1E-AA02-401D-B6D0-D966E69C1A12}" destId="{6AE0B8CC-86DA-4753-ABF8-97639B665AB8}" srcOrd="0" destOrd="0" presId="urn:microsoft.com/office/officeart/2018/2/layout/IconVerticalSolidList"/>
    <dgm:cxn modelId="{0503B69D-BEA8-4513-B473-F0BF9665060E}" type="presParOf" srcId="{6AE0B8CC-86DA-4753-ABF8-97639B665AB8}" destId="{EF13D092-1C46-4306-82E8-72F14A0546B9}" srcOrd="0" destOrd="0" presId="urn:microsoft.com/office/officeart/2018/2/layout/IconVerticalSolidList"/>
    <dgm:cxn modelId="{CF914FB3-6A04-4ADC-9486-FB20607772ED}" type="presParOf" srcId="{EF13D092-1C46-4306-82E8-72F14A0546B9}" destId="{C8ADA742-E809-4D58-9B26-455DF7280E96}" srcOrd="0" destOrd="0" presId="urn:microsoft.com/office/officeart/2018/2/layout/IconVerticalSolidList"/>
    <dgm:cxn modelId="{2D1F6280-D721-4EBB-83D7-F816A1C25705}" type="presParOf" srcId="{EF13D092-1C46-4306-82E8-72F14A0546B9}" destId="{B75CAFA3-05C5-497E-A944-8B8C1AA2B973}" srcOrd="1" destOrd="0" presId="urn:microsoft.com/office/officeart/2018/2/layout/IconVerticalSolidList"/>
    <dgm:cxn modelId="{18135939-EECC-4D97-81C9-132621FC2B92}" type="presParOf" srcId="{EF13D092-1C46-4306-82E8-72F14A0546B9}" destId="{E525ADAF-C5CD-4F62-8898-50DC59A75A28}" srcOrd="2" destOrd="0" presId="urn:microsoft.com/office/officeart/2018/2/layout/IconVerticalSolidList"/>
    <dgm:cxn modelId="{9552DA20-3B62-4F36-A99F-D5541D040310}" type="presParOf" srcId="{EF13D092-1C46-4306-82E8-72F14A0546B9}" destId="{D8602609-3110-4221-AA6C-4C9CD2F10A25}" srcOrd="3" destOrd="0" presId="urn:microsoft.com/office/officeart/2018/2/layout/IconVerticalSolidList"/>
    <dgm:cxn modelId="{184D4765-E087-4B86-AC0E-A489161CA5BE}" type="presParOf" srcId="{6AE0B8CC-86DA-4753-ABF8-97639B665AB8}" destId="{26429783-203D-4695-962B-3FED804635FD}" srcOrd="1" destOrd="0" presId="urn:microsoft.com/office/officeart/2018/2/layout/IconVerticalSolidList"/>
    <dgm:cxn modelId="{C0F7F334-A9A3-4398-B7E8-990BF2B81086}" type="presParOf" srcId="{6AE0B8CC-86DA-4753-ABF8-97639B665AB8}" destId="{728821C8-087A-4943-A16C-95D4AE2A2E41}" srcOrd="2" destOrd="0" presId="urn:microsoft.com/office/officeart/2018/2/layout/IconVerticalSolidList"/>
    <dgm:cxn modelId="{9F69FBB4-808D-4B5F-A280-DA88B5A42E39}" type="presParOf" srcId="{728821C8-087A-4943-A16C-95D4AE2A2E41}" destId="{431FF837-1A71-4524-8418-5A4193CC9F66}" srcOrd="0" destOrd="0" presId="urn:microsoft.com/office/officeart/2018/2/layout/IconVerticalSolidList"/>
    <dgm:cxn modelId="{C9FDC6A0-1DE6-4811-8AF5-BA90C69F827D}" type="presParOf" srcId="{728821C8-087A-4943-A16C-95D4AE2A2E41}" destId="{ABB9F2FE-A591-4B1E-B9C9-2719C4D8A27B}" srcOrd="1" destOrd="0" presId="urn:microsoft.com/office/officeart/2018/2/layout/IconVerticalSolidList"/>
    <dgm:cxn modelId="{C9A5A0C9-0D64-4276-A97E-61EC3E062F74}" type="presParOf" srcId="{728821C8-087A-4943-A16C-95D4AE2A2E41}" destId="{F3B2DB7B-8C69-4A15-A08B-1B818B64393E}" srcOrd="2" destOrd="0" presId="urn:microsoft.com/office/officeart/2018/2/layout/IconVerticalSolidList"/>
    <dgm:cxn modelId="{B1B3486A-4DB3-4184-8F9C-B2FD2A5AB27F}" type="presParOf" srcId="{728821C8-087A-4943-A16C-95D4AE2A2E41}" destId="{1A8E5475-6FDB-4339-AC52-C92F40B84F1D}" srcOrd="3" destOrd="0" presId="urn:microsoft.com/office/officeart/2018/2/layout/IconVerticalSolidList"/>
    <dgm:cxn modelId="{33295E60-C8B8-4147-82DB-A3E0D714A01A}" type="presParOf" srcId="{6AE0B8CC-86DA-4753-ABF8-97639B665AB8}" destId="{FD89CA98-B516-43D4-9E87-3E793D7B8813}" srcOrd="3" destOrd="0" presId="urn:microsoft.com/office/officeart/2018/2/layout/IconVerticalSolidList"/>
    <dgm:cxn modelId="{9AAA90BD-BB0A-416C-85FA-66A90AAEDB8F}" type="presParOf" srcId="{6AE0B8CC-86DA-4753-ABF8-97639B665AB8}" destId="{6CB45DA8-FD2B-4146-86A2-50BB4884543E}" srcOrd="4" destOrd="0" presId="urn:microsoft.com/office/officeart/2018/2/layout/IconVerticalSolidList"/>
    <dgm:cxn modelId="{DE1A22A4-9519-45E7-AFD8-BE8A0DDAB87F}" type="presParOf" srcId="{6CB45DA8-FD2B-4146-86A2-50BB4884543E}" destId="{1C2A4974-BCED-4F45-A711-A866F4725B54}" srcOrd="0" destOrd="0" presId="urn:microsoft.com/office/officeart/2018/2/layout/IconVerticalSolidList"/>
    <dgm:cxn modelId="{E7767A17-3622-44AC-B86A-4C76B1BFC88C}" type="presParOf" srcId="{6CB45DA8-FD2B-4146-86A2-50BB4884543E}" destId="{340A7D2B-E23A-4C04-A731-8D705430F26D}" srcOrd="1" destOrd="0" presId="urn:microsoft.com/office/officeart/2018/2/layout/IconVerticalSolidList"/>
    <dgm:cxn modelId="{39851164-BFE1-46B0-9B71-5C2A9E0A9675}" type="presParOf" srcId="{6CB45DA8-FD2B-4146-86A2-50BB4884543E}" destId="{9F63FA60-727C-462A-984B-143B89A8FBCF}" srcOrd="2" destOrd="0" presId="urn:microsoft.com/office/officeart/2018/2/layout/IconVerticalSolidList"/>
    <dgm:cxn modelId="{4234E568-41CC-4BF9-9E87-4265EE96FDB3}" type="presParOf" srcId="{6CB45DA8-FD2B-4146-86A2-50BB4884543E}" destId="{7D4B92BB-9852-4A28-A8CC-3D6C0795CA21}" srcOrd="3" destOrd="0" presId="urn:microsoft.com/office/officeart/2018/2/layout/IconVerticalSolidList"/>
    <dgm:cxn modelId="{9EE31938-682D-42F1-92C4-0AAAF859E26C}" type="presParOf" srcId="{6AE0B8CC-86DA-4753-ABF8-97639B665AB8}" destId="{74E021A0-308C-42AF-AA90-BCAC138DFB4B}" srcOrd="5" destOrd="0" presId="urn:microsoft.com/office/officeart/2018/2/layout/IconVerticalSolidList"/>
    <dgm:cxn modelId="{2721EF59-FB20-4470-B3B9-6A11D73D221E}" type="presParOf" srcId="{6AE0B8CC-86DA-4753-ABF8-97639B665AB8}" destId="{2DF25663-0125-439D-AB26-06B5861033C9}" srcOrd="6" destOrd="0" presId="urn:microsoft.com/office/officeart/2018/2/layout/IconVerticalSolidList"/>
    <dgm:cxn modelId="{39A26F1D-32B1-4ACD-8A6F-06DD1F1D53A6}" type="presParOf" srcId="{2DF25663-0125-439D-AB26-06B5861033C9}" destId="{7F4EF10F-979D-4E1C-98FC-F395C7E186CE}" srcOrd="0" destOrd="0" presId="urn:microsoft.com/office/officeart/2018/2/layout/IconVerticalSolidList"/>
    <dgm:cxn modelId="{C5B4A0AD-0B80-4A91-9A6F-248F75B4A2C2}" type="presParOf" srcId="{2DF25663-0125-439D-AB26-06B5861033C9}" destId="{48280556-3DF5-4770-A9EB-33C8993756DC}" srcOrd="1" destOrd="0" presId="urn:microsoft.com/office/officeart/2018/2/layout/IconVerticalSolidList"/>
    <dgm:cxn modelId="{8C1751D3-23F6-4A43-94A0-25A756D01CA7}" type="presParOf" srcId="{2DF25663-0125-439D-AB26-06B5861033C9}" destId="{0F3B7F87-8AFC-457A-B095-88021658D47A}" srcOrd="2" destOrd="0" presId="urn:microsoft.com/office/officeart/2018/2/layout/IconVerticalSolidList"/>
    <dgm:cxn modelId="{33F7FDC8-BE0B-460A-BD0E-79AF9A71C670}" type="presParOf" srcId="{2DF25663-0125-439D-AB26-06B5861033C9}" destId="{98D3AE08-E466-4589-ADF1-49B12DD24E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4EF0D24-79B8-4511-BE87-6D6D766DF6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80BD5F-B99E-4E0F-809C-C65D63800A18}">
      <dgm:prSet/>
      <dgm:spPr/>
      <dgm:t>
        <a:bodyPr/>
        <a:lstStyle/>
        <a:p>
          <a:r>
            <a:rPr lang="en-US"/>
            <a:t>A </a:t>
          </a:r>
          <a:r>
            <a:rPr lang="en-US" b="1"/>
            <a:t>creative technique</a:t>
          </a:r>
          <a:r>
            <a:rPr lang="en-US"/>
            <a:t> to explore </a:t>
          </a:r>
          <a:r>
            <a:rPr lang="en-US" i="1"/>
            <a:t>possible futures</a:t>
          </a:r>
          <a:r>
            <a:rPr lang="en-US"/>
            <a:t>.</a:t>
          </a:r>
        </a:p>
      </dgm:t>
    </dgm:pt>
    <dgm:pt modelId="{0493A2EE-F3D8-4C49-B59D-373FBCBE03A3}" type="parTrans" cxnId="{D338240C-9D58-411D-8D73-152369EC3D0A}">
      <dgm:prSet/>
      <dgm:spPr/>
      <dgm:t>
        <a:bodyPr/>
        <a:lstStyle/>
        <a:p>
          <a:endParaRPr lang="en-US"/>
        </a:p>
      </dgm:t>
    </dgm:pt>
    <dgm:pt modelId="{F1BAF9DA-18A0-4183-98EC-2B97E6718BB1}" type="sibTrans" cxnId="{D338240C-9D58-411D-8D73-152369EC3D0A}">
      <dgm:prSet/>
      <dgm:spPr/>
      <dgm:t>
        <a:bodyPr/>
        <a:lstStyle/>
        <a:p>
          <a:endParaRPr lang="en-US"/>
        </a:p>
      </dgm:t>
    </dgm:pt>
    <dgm:pt modelId="{94F3B08A-81C4-4CA6-853F-D814C364F88A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stories, artifacts, or prototypes</a:t>
          </a:r>
          <a:r>
            <a:rPr lang="en-US"/>
            <a:t> to provoke reflection.</a:t>
          </a:r>
        </a:p>
      </dgm:t>
    </dgm:pt>
    <dgm:pt modelId="{175ED42E-B339-4D35-9B75-0BFA9708729F}" type="parTrans" cxnId="{FBE9F04F-4B70-47A5-8311-49E4D8ED31F6}">
      <dgm:prSet/>
      <dgm:spPr/>
      <dgm:t>
        <a:bodyPr/>
        <a:lstStyle/>
        <a:p>
          <a:endParaRPr lang="en-US"/>
        </a:p>
      </dgm:t>
    </dgm:pt>
    <dgm:pt modelId="{0A364C13-CC09-467A-BC29-AADCCD257CB7}" type="sibTrans" cxnId="{FBE9F04F-4B70-47A5-8311-49E4D8ED31F6}">
      <dgm:prSet/>
      <dgm:spPr/>
      <dgm:t>
        <a:bodyPr/>
        <a:lstStyle/>
        <a:p>
          <a:endParaRPr lang="en-US"/>
        </a:p>
      </dgm:t>
    </dgm:pt>
    <dgm:pt modelId="{8ABAF564-C1A4-4B28-A011-F831D85B7EB0}">
      <dgm:prSet/>
      <dgm:spPr/>
      <dgm:t>
        <a:bodyPr/>
        <a:lstStyle/>
        <a:p>
          <a:r>
            <a:rPr lang="en-US"/>
            <a:t>Helps designers ask: “</a:t>
          </a:r>
          <a:r>
            <a:rPr lang="en-US" i="1"/>
            <a:t>What if…?</a:t>
          </a:r>
          <a:r>
            <a:rPr lang="en-US"/>
            <a:t>”</a:t>
          </a:r>
        </a:p>
      </dgm:t>
    </dgm:pt>
    <dgm:pt modelId="{32F82DF9-FB2C-48B6-99C7-BAEC63A26385}" type="parTrans" cxnId="{0C888701-C95E-4C4C-826F-C6A306D6E654}">
      <dgm:prSet/>
      <dgm:spPr/>
      <dgm:t>
        <a:bodyPr/>
        <a:lstStyle/>
        <a:p>
          <a:endParaRPr lang="en-US"/>
        </a:p>
      </dgm:t>
    </dgm:pt>
    <dgm:pt modelId="{12C2B842-7C10-41C1-9457-DA70467153DF}" type="sibTrans" cxnId="{0C888701-C95E-4C4C-826F-C6A306D6E654}">
      <dgm:prSet/>
      <dgm:spPr/>
      <dgm:t>
        <a:bodyPr/>
        <a:lstStyle/>
        <a:p>
          <a:endParaRPr lang="en-US"/>
        </a:p>
      </dgm:t>
    </dgm:pt>
    <dgm:pt modelId="{83E07CFA-E5F2-499C-B430-49B4CBF95982}">
      <dgm:prSet/>
      <dgm:spPr/>
      <dgm:t>
        <a:bodyPr/>
        <a:lstStyle/>
        <a:p>
          <a:r>
            <a:rPr lang="en-US"/>
            <a:t>Encourages consideration of </a:t>
          </a:r>
          <a:r>
            <a:rPr lang="en-US" b="1"/>
            <a:t>ethical, social, and cultural impacts</a:t>
          </a:r>
          <a:r>
            <a:rPr lang="en-US"/>
            <a:t>.</a:t>
          </a:r>
        </a:p>
      </dgm:t>
    </dgm:pt>
    <dgm:pt modelId="{CAB0A155-4256-4849-8C54-BBF0556873B0}" type="parTrans" cxnId="{8CB662CB-5D65-4B38-813C-EDC687F6F8A9}">
      <dgm:prSet/>
      <dgm:spPr/>
      <dgm:t>
        <a:bodyPr/>
        <a:lstStyle/>
        <a:p>
          <a:endParaRPr lang="en-US"/>
        </a:p>
      </dgm:t>
    </dgm:pt>
    <dgm:pt modelId="{14251942-D253-4670-89DF-F6FF33BDD88A}" type="sibTrans" cxnId="{8CB662CB-5D65-4B38-813C-EDC687F6F8A9}">
      <dgm:prSet/>
      <dgm:spPr/>
      <dgm:t>
        <a:bodyPr/>
        <a:lstStyle/>
        <a:p>
          <a:endParaRPr lang="en-US"/>
        </a:p>
      </dgm:t>
    </dgm:pt>
    <dgm:pt modelId="{03B6DA45-E57D-458D-B261-E11905A48F05}" type="pres">
      <dgm:prSet presAssocID="{E4EF0D24-79B8-4511-BE87-6D6D766DF6E8}" presName="linear" presStyleCnt="0">
        <dgm:presLayoutVars>
          <dgm:animLvl val="lvl"/>
          <dgm:resizeHandles val="exact"/>
        </dgm:presLayoutVars>
      </dgm:prSet>
      <dgm:spPr/>
    </dgm:pt>
    <dgm:pt modelId="{CCFFF3EF-CB90-4EB1-B159-3E46FA716D06}" type="pres">
      <dgm:prSet presAssocID="{8480BD5F-B99E-4E0F-809C-C65D63800A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212CFC-A5E7-4094-BB22-6A7A8D2CD3B9}" type="pres">
      <dgm:prSet presAssocID="{F1BAF9DA-18A0-4183-98EC-2B97E6718BB1}" presName="spacer" presStyleCnt="0"/>
      <dgm:spPr/>
    </dgm:pt>
    <dgm:pt modelId="{F4A3A889-CE18-4F29-A0A9-6FE2EC5200B3}" type="pres">
      <dgm:prSet presAssocID="{94F3B08A-81C4-4CA6-853F-D814C364F8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1E3962-B691-4019-BD72-307C4190AE52}" type="pres">
      <dgm:prSet presAssocID="{0A364C13-CC09-467A-BC29-AADCCD257CB7}" presName="spacer" presStyleCnt="0"/>
      <dgm:spPr/>
    </dgm:pt>
    <dgm:pt modelId="{D642E639-BCA9-48E7-9714-EBEF6B876D45}" type="pres">
      <dgm:prSet presAssocID="{8ABAF564-C1A4-4B28-A011-F831D85B7E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E8A37F-520F-4511-A199-E6C640DD32FD}" type="pres">
      <dgm:prSet presAssocID="{12C2B842-7C10-41C1-9457-DA70467153DF}" presName="spacer" presStyleCnt="0"/>
      <dgm:spPr/>
    </dgm:pt>
    <dgm:pt modelId="{E9FBAA63-C6C7-47DE-A378-4C6BF08018DA}" type="pres">
      <dgm:prSet presAssocID="{83E07CFA-E5F2-499C-B430-49B4CBF959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888701-C95E-4C4C-826F-C6A306D6E654}" srcId="{E4EF0D24-79B8-4511-BE87-6D6D766DF6E8}" destId="{8ABAF564-C1A4-4B28-A011-F831D85B7EB0}" srcOrd="2" destOrd="0" parTransId="{32F82DF9-FB2C-48B6-99C7-BAEC63A26385}" sibTransId="{12C2B842-7C10-41C1-9457-DA70467153DF}"/>
    <dgm:cxn modelId="{636B0B09-124F-4843-8404-12D710B145A4}" type="presOf" srcId="{E4EF0D24-79B8-4511-BE87-6D6D766DF6E8}" destId="{03B6DA45-E57D-458D-B261-E11905A48F05}" srcOrd="0" destOrd="0" presId="urn:microsoft.com/office/officeart/2005/8/layout/vList2"/>
    <dgm:cxn modelId="{D338240C-9D58-411D-8D73-152369EC3D0A}" srcId="{E4EF0D24-79B8-4511-BE87-6D6D766DF6E8}" destId="{8480BD5F-B99E-4E0F-809C-C65D63800A18}" srcOrd="0" destOrd="0" parTransId="{0493A2EE-F3D8-4C49-B59D-373FBCBE03A3}" sibTransId="{F1BAF9DA-18A0-4183-98EC-2B97E6718BB1}"/>
    <dgm:cxn modelId="{E866653E-48E4-46A9-BF3F-508A5E25FADC}" type="presOf" srcId="{8480BD5F-B99E-4E0F-809C-C65D63800A18}" destId="{CCFFF3EF-CB90-4EB1-B159-3E46FA716D06}" srcOrd="0" destOrd="0" presId="urn:microsoft.com/office/officeart/2005/8/layout/vList2"/>
    <dgm:cxn modelId="{A15ED963-0C4C-4393-8CA0-E883C373CC7D}" type="presOf" srcId="{83E07CFA-E5F2-499C-B430-49B4CBF95982}" destId="{E9FBAA63-C6C7-47DE-A378-4C6BF08018DA}" srcOrd="0" destOrd="0" presId="urn:microsoft.com/office/officeart/2005/8/layout/vList2"/>
    <dgm:cxn modelId="{07FED666-EB79-401B-BAC6-2C37308D7C41}" type="presOf" srcId="{94F3B08A-81C4-4CA6-853F-D814C364F88A}" destId="{F4A3A889-CE18-4F29-A0A9-6FE2EC5200B3}" srcOrd="0" destOrd="0" presId="urn:microsoft.com/office/officeart/2005/8/layout/vList2"/>
    <dgm:cxn modelId="{E9537E4B-CE50-4E9B-9943-66151E6C7670}" type="presOf" srcId="{8ABAF564-C1A4-4B28-A011-F831D85B7EB0}" destId="{D642E639-BCA9-48E7-9714-EBEF6B876D45}" srcOrd="0" destOrd="0" presId="urn:microsoft.com/office/officeart/2005/8/layout/vList2"/>
    <dgm:cxn modelId="{FBE9F04F-4B70-47A5-8311-49E4D8ED31F6}" srcId="{E4EF0D24-79B8-4511-BE87-6D6D766DF6E8}" destId="{94F3B08A-81C4-4CA6-853F-D814C364F88A}" srcOrd="1" destOrd="0" parTransId="{175ED42E-B339-4D35-9B75-0BFA9708729F}" sibTransId="{0A364C13-CC09-467A-BC29-AADCCD257CB7}"/>
    <dgm:cxn modelId="{8CB662CB-5D65-4B38-813C-EDC687F6F8A9}" srcId="{E4EF0D24-79B8-4511-BE87-6D6D766DF6E8}" destId="{83E07CFA-E5F2-499C-B430-49B4CBF95982}" srcOrd="3" destOrd="0" parTransId="{CAB0A155-4256-4849-8C54-BBF0556873B0}" sibTransId="{14251942-D253-4670-89DF-F6FF33BDD88A}"/>
    <dgm:cxn modelId="{CA6B3925-FBA6-4D75-A590-185447A6711F}" type="presParOf" srcId="{03B6DA45-E57D-458D-B261-E11905A48F05}" destId="{CCFFF3EF-CB90-4EB1-B159-3E46FA716D06}" srcOrd="0" destOrd="0" presId="urn:microsoft.com/office/officeart/2005/8/layout/vList2"/>
    <dgm:cxn modelId="{11CA7D3C-883A-4979-974F-4AB336D15CF5}" type="presParOf" srcId="{03B6DA45-E57D-458D-B261-E11905A48F05}" destId="{BB212CFC-A5E7-4094-BB22-6A7A8D2CD3B9}" srcOrd="1" destOrd="0" presId="urn:microsoft.com/office/officeart/2005/8/layout/vList2"/>
    <dgm:cxn modelId="{1A03173F-0EED-4E8C-A8BA-92F14D88D4EA}" type="presParOf" srcId="{03B6DA45-E57D-458D-B261-E11905A48F05}" destId="{F4A3A889-CE18-4F29-A0A9-6FE2EC5200B3}" srcOrd="2" destOrd="0" presId="urn:microsoft.com/office/officeart/2005/8/layout/vList2"/>
    <dgm:cxn modelId="{3BB5EFA5-E9D4-4B7A-91EB-AEB24B8AE23E}" type="presParOf" srcId="{03B6DA45-E57D-458D-B261-E11905A48F05}" destId="{A61E3962-B691-4019-BD72-307C4190AE52}" srcOrd="3" destOrd="0" presId="urn:microsoft.com/office/officeart/2005/8/layout/vList2"/>
    <dgm:cxn modelId="{E421C1B3-CCEB-4123-BA93-3FE533BAABD3}" type="presParOf" srcId="{03B6DA45-E57D-458D-B261-E11905A48F05}" destId="{D642E639-BCA9-48E7-9714-EBEF6B876D45}" srcOrd="4" destOrd="0" presId="urn:microsoft.com/office/officeart/2005/8/layout/vList2"/>
    <dgm:cxn modelId="{0B4455AD-D77D-4083-903D-E1DDB93BE69F}" type="presParOf" srcId="{03B6DA45-E57D-458D-B261-E11905A48F05}" destId="{50E8A37F-520F-4511-A199-E6C640DD32FD}" srcOrd="5" destOrd="0" presId="urn:microsoft.com/office/officeart/2005/8/layout/vList2"/>
    <dgm:cxn modelId="{AC668D01-4993-4035-88D6-AC2466B60CB7}" type="presParOf" srcId="{03B6DA45-E57D-458D-B261-E11905A48F05}" destId="{E9FBAA63-C6C7-47DE-A378-4C6BF08018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889B929-5054-4E8F-834D-54F43E40E8F1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010CE3-F82E-450D-9C34-D2559638309F}">
      <dgm:prSet/>
      <dgm:spPr/>
      <dgm:t>
        <a:bodyPr/>
        <a:lstStyle/>
        <a:p>
          <a:r>
            <a:rPr lang="en-US"/>
            <a:t>Stimulates </a:t>
          </a:r>
          <a:r>
            <a:rPr lang="en-US" b="1"/>
            <a:t>discussion and critical thinking</a:t>
          </a:r>
          <a:r>
            <a:rPr lang="en-US"/>
            <a:t> about design choices.</a:t>
          </a:r>
        </a:p>
      </dgm:t>
    </dgm:pt>
    <dgm:pt modelId="{FCED019A-5FAB-4029-BEBC-39DFAB8F978C}" type="parTrans" cxnId="{79415B7E-D596-4D30-9151-27C1BA16A16C}">
      <dgm:prSet/>
      <dgm:spPr/>
      <dgm:t>
        <a:bodyPr/>
        <a:lstStyle/>
        <a:p>
          <a:endParaRPr lang="en-US"/>
        </a:p>
      </dgm:t>
    </dgm:pt>
    <dgm:pt modelId="{9D59F89C-E425-4807-A534-F140D3D945DD}" type="sibTrans" cxnId="{79415B7E-D596-4D30-9151-27C1BA16A16C}">
      <dgm:prSet/>
      <dgm:spPr/>
      <dgm:t>
        <a:bodyPr/>
        <a:lstStyle/>
        <a:p>
          <a:endParaRPr lang="en-US"/>
        </a:p>
      </dgm:t>
    </dgm:pt>
    <dgm:pt modelId="{6EF72275-EA93-42EB-BCF6-E94F80642ED3}">
      <dgm:prSet/>
      <dgm:spPr/>
      <dgm:t>
        <a:bodyPr/>
        <a:lstStyle/>
        <a:p>
          <a:r>
            <a:rPr lang="en-US"/>
            <a:t>Reveals </a:t>
          </a:r>
          <a:r>
            <a:rPr lang="en-US" b="1"/>
            <a:t>hidden assumptions</a:t>
          </a:r>
          <a:r>
            <a:rPr lang="en-US"/>
            <a:t> behind new technologies.</a:t>
          </a:r>
        </a:p>
      </dgm:t>
    </dgm:pt>
    <dgm:pt modelId="{D45C4DC1-BB60-41D5-93B7-07098C9012E0}" type="parTrans" cxnId="{6CC9ADAE-8EC6-4C10-9ACB-9D503C0B4814}">
      <dgm:prSet/>
      <dgm:spPr/>
      <dgm:t>
        <a:bodyPr/>
        <a:lstStyle/>
        <a:p>
          <a:endParaRPr lang="en-US"/>
        </a:p>
      </dgm:t>
    </dgm:pt>
    <dgm:pt modelId="{3B913112-83DE-4E57-B65E-2BB378CC21FB}" type="sibTrans" cxnId="{6CC9ADAE-8EC6-4C10-9ACB-9D503C0B4814}">
      <dgm:prSet/>
      <dgm:spPr/>
      <dgm:t>
        <a:bodyPr/>
        <a:lstStyle/>
        <a:p>
          <a:endParaRPr lang="en-US"/>
        </a:p>
      </dgm:t>
    </dgm:pt>
    <dgm:pt modelId="{41ADABB3-60A4-4B28-A961-F65597712CB0}">
      <dgm:prSet/>
      <dgm:spPr/>
      <dgm:t>
        <a:bodyPr/>
        <a:lstStyle/>
        <a:p>
          <a:r>
            <a:rPr lang="en-US"/>
            <a:t>Useful in early design stages to </a:t>
          </a:r>
          <a:r>
            <a:rPr lang="en-US" b="1"/>
            <a:t>envision opportunities and risks</a:t>
          </a:r>
          <a:r>
            <a:rPr lang="en-US"/>
            <a:t>.</a:t>
          </a:r>
        </a:p>
      </dgm:t>
    </dgm:pt>
    <dgm:pt modelId="{BEC840D1-93E7-461B-BEE5-B51F49A037B5}" type="parTrans" cxnId="{1487F9CE-57F3-4C0E-AC8E-2903EFD95FD5}">
      <dgm:prSet/>
      <dgm:spPr/>
      <dgm:t>
        <a:bodyPr/>
        <a:lstStyle/>
        <a:p>
          <a:endParaRPr lang="en-US"/>
        </a:p>
      </dgm:t>
    </dgm:pt>
    <dgm:pt modelId="{A834EC40-1081-4F3D-93B7-389DAD03ADDD}" type="sibTrans" cxnId="{1487F9CE-57F3-4C0E-AC8E-2903EFD95FD5}">
      <dgm:prSet/>
      <dgm:spPr/>
      <dgm:t>
        <a:bodyPr/>
        <a:lstStyle/>
        <a:p>
          <a:endParaRPr lang="en-US"/>
        </a:p>
      </dgm:t>
    </dgm:pt>
    <dgm:pt modelId="{F370576D-D93D-4969-BAA6-3B1675C8564F}">
      <dgm:prSet/>
      <dgm:spPr/>
      <dgm:t>
        <a:bodyPr/>
        <a:lstStyle/>
        <a:p>
          <a:r>
            <a:rPr lang="en-US"/>
            <a:t>Can complement Contextual Inquiry → “Observe what </a:t>
          </a:r>
          <a:r>
            <a:rPr lang="en-US" i="1"/>
            <a:t>is</a:t>
          </a:r>
          <a:r>
            <a:rPr lang="en-US"/>
            <a:t>, imagine what </a:t>
          </a:r>
          <a:r>
            <a:rPr lang="en-US" i="1"/>
            <a:t>could be</a:t>
          </a:r>
          <a:r>
            <a:rPr lang="en-US"/>
            <a:t>.”</a:t>
          </a:r>
        </a:p>
      </dgm:t>
    </dgm:pt>
    <dgm:pt modelId="{1987475E-4CCF-437D-BFA3-61976BD6D951}" type="parTrans" cxnId="{228DD01F-202D-4AEB-9459-27DA76DE6660}">
      <dgm:prSet/>
      <dgm:spPr/>
      <dgm:t>
        <a:bodyPr/>
        <a:lstStyle/>
        <a:p>
          <a:endParaRPr lang="en-US"/>
        </a:p>
      </dgm:t>
    </dgm:pt>
    <dgm:pt modelId="{D669955C-0A6E-4BFC-B8DB-BDA498C34CE6}" type="sibTrans" cxnId="{228DD01F-202D-4AEB-9459-27DA76DE6660}">
      <dgm:prSet/>
      <dgm:spPr/>
      <dgm:t>
        <a:bodyPr/>
        <a:lstStyle/>
        <a:p>
          <a:endParaRPr lang="en-US"/>
        </a:p>
      </dgm:t>
    </dgm:pt>
    <dgm:pt modelId="{41909BBE-1636-4580-8605-5C04EAEEF52C}" type="pres">
      <dgm:prSet presAssocID="{B889B929-5054-4E8F-834D-54F43E40E8F1}" presName="matrix" presStyleCnt="0">
        <dgm:presLayoutVars>
          <dgm:chMax val="1"/>
          <dgm:dir/>
          <dgm:resizeHandles val="exact"/>
        </dgm:presLayoutVars>
      </dgm:prSet>
      <dgm:spPr/>
    </dgm:pt>
    <dgm:pt modelId="{C8662F5F-6C9D-4659-9237-C4EA7B0A06A0}" type="pres">
      <dgm:prSet presAssocID="{B889B929-5054-4E8F-834D-54F43E40E8F1}" presName="axisShape" presStyleLbl="bgShp" presStyleIdx="0" presStyleCnt="1"/>
      <dgm:spPr/>
    </dgm:pt>
    <dgm:pt modelId="{4D118086-C08A-449E-B5A4-D6A2CF656DA7}" type="pres">
      <dgm:prSet presAssocID="{B889B929-5054-4E8F-834D-54F43E40E8F1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5EFF19D-1852-47E8-B2CA-8B724FB3FDD0}" type="pres">
      <dgm:prSet presAssocID="{B889B929-5054-4E8F-834D-54F43E40E8F1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2BB9171-2478-4C53-90C0-A4B6F1C8CED1}" type="pres">
      <dgm:prSet presAssocID="{B889B929-5054-4E8F-834D-54F43E40E8F1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667893F-88CE-45A1-9551-88A376644830}" type="pres">
      <dgm:prSet presAssocID="{B889B929-5054-4E8F-834D-54F43E40E8F1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28DD01F-202D-4AEB-9459-27DA76DE6660}" srcId="{B889B929-5054-4E8F-834D-54F43E40E8F1}" destId="{F370576D-D93D-4969-BAA6-3B1675C8564F}" srcOrd="3" destOrd="0" parTransId="{1987475E-4CCF-437D-BFA3-61976BD6D951}" sibTransId="{D669955C-0A6E-4BFC-B8DB-BDA498C34CE6}"/>
    <dgm:cxn modelId="{2836F260-9B28-4A36-9019-8DE9CF32586B}" type="presOf" srcId="{6EF72275-EA93-42EB-BCF6-E94F80642ED3}" destId="{05EFF19D-1852-47E8-B2CA-8B724FB3FDD0}" srcOrd="0" destOrd="0" presId="urn:microsoft.com/office/officeart/2005/8/layout/matrix2"/>
    <dgm:cxn modelId="{79415B7E-D596-4D30-9151-27C1BA16A16C}" srcId="{B889B929-5054-4E8F-834D-54F43E40E8F1}" destId="{A8010CE3-F82E-450D-9C34-D2559638309F}" srcOrd="0" destOrd="0" parTransId="{FCED019A-5FAB-4029-BEBC-39DFAB8F978C}" sibTransId="{9D59F89C-E425-4807-A534-F140D3D945DD}"/>
    <dgm:cxn modelId="{15D88F9E-038F-4CBA-954A-047AF6C69A92}" type="presOf" srcId="{A8010CE3-F82E-450D-9C34-D2559638309F}" destId="{4D118086-C08A-449E-B5A4-D6A2CF656DA7}" srcOrd="0" destOrd="0" presId="urn:microsoft.com/office/officeart/2005/8/layout/matrix2"/>
    <dgm:cxn modelId="{564D2BAB-143C-4177-A96F-52385FD4AC00}" type="presOf" srcId="{B889B929-5054-4E8F-834D-54F43E40E8F1}" destId="{41909BBE-1636-4580-8605-5C04EAEEF52C}" srcOrd="0" destOrd="0" presId="urn:microsoft.com/office/officeart/2005/8/layout/matrix2"/>
    <dgm:cxn modelId="{6CC9ADAE-8EC6-4C10-9ACB-9D503C0B4814}" srcId="{B889B929-5054-4E8F-834D-54F43E40E8F1}" destId="{6EF72275-EA93-42EB-BCF6-E94F80642ED3}" srcOrd="1" destOrd="0" parTransId="{D45C4DC1-BB60-41D5-93B7-07098C9012E0}" sibTransId="{3B913112-83DE-4E57-B65E-2BB378CC21FB}"/>
    <dgm:cxn modelId="{354AE4CD-4B1A-4048-8D8B-D80DFB997F06}" type="presOf" srcId="{41ADABB3-60A4-4B28-A961-F65597712CB0}" destId="{02BB9171-2478-4C53-90C0-A4B6F1C8CED1}" srcOrd="0" destOrd="0" presId="urn:microsoft.com/office/officeart/2005/8/layout/matrix2"/>
    <dgm:cxn modelId="{1487F9CE-57F3-4C0E-AC8E-2903EFD95FD5}" srcId="{B889B929-5054-4E8F-834D-54F43E40E8F1}" destId="{41ADABB3-60A4-4B28-A961-F65597712CB0}" srcOrd="2" destOrd="0" parTransId="{BEC840D1-93E7-461B-BEE5-B51F49A037B5}" sibTransId="{A834EC40-1081-4F3D-93B7-389DAD03ADDD}"/>
    <dgm:cxn modelId="{BCDBB6ED-4826-4AFB-9426-13B2861D219D}" type="presOf" srcId="{F370576D-D93D-4969-BAA6-3B1675C8564F}" destId="{A667893F-88CE-45A1-9551-88A376644830}" srcOrd="0" destOrd="0" presId="urn:microsoft.com/office/officeart/2005/8/layout/matrix2"/>
    <dgm:cxn modelId="{C609A6B8-AECB-4F56-A6EC-9D8767211B63}" type="presParOf" srcId="{41909BBE-1636-4580-8605-5C04EAEEF52C}" destId="{C8662F5F-6C9D-4659-9237-C4EA7B0A06A0}" srcOrd="0" destOrd="0" presId="urn:microsoft.com/office/officeart/2005/8/layout/matrix2"/>
    <dgm:cxn modelId="{CA3ADAAF-E779-4544-ADFA-97A95BCBD6C8}" type="presParOf" srcId="{41909BBE-1636-4580-8605-5C04EAEEF52C}" destId="{4D118086-C08A-449E-B5A4-D6A2CF656DA7}" srcOrd="1" destOrd="0" presId="urn:microsoft.com/office/officeart/2005/8/layout/matrix2"/>
    <dgm:cxn modelId="{8B872A6E-E5C2-4EB2-8357-24A7D15E5CF3}" type="presParOf" srcId="{41909BBE-1636-4580-8605-5C04EAEEF52C}" destId="{05EFF19D-1852-47E8-B2CA-8B724FB3FDD0}" srcOrd="2" destOrd="0" presId="urn:microsoft.com/office/officeart/2005/8/layout/matrix2"/>
    <dgm:cxn modelId="{3FEA89D6-51DE-4089-A2AC-307997C86EA8}" type="presParOf" srcId="{41909BBE-1636-4580-8605-5C04EAEEF52C}" destId="{02BB9171-2478-4C53-90C0-A4B6F1C8CED1}" srcOrd="3" destOrd="0" presId="urn:microsoft.com/office/officeart/2005/8/layout/matrix2"/>
    <dgm:cxn modelId="{7510746A-777F-4FCB-BE2D-316350725646}" type="presParOf" srcId="{41909BBE-1636-4580-8605-5C04EAEEF52C}" destId="{A667893F-88CE-45A1-9551-88A376644830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E8512B-0976-4000-97B9-F13504A2EE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1F4A7C-100B-499D-95C3-2392152FEE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Contextual Inquiry</a:t>
          </a:r>
          <a:r>
            <a:rPr lang="en-US"/>
            <a:t> → Grounded understanding of real user contexts.</a:t>
          </a:r>
        </a:p>
      </dgm:t>
    </dgm:pt>
    <dgm:pt modelId="{E9F18C0F-276B-4E84-810C-292B8C717148}" type="parTrans" cxnId="{8FE28714-6255-4EF1-B7CE-1534154C502C}">
      <dgm:prSet/>
      <dgm:spPr/>
      <dgm:t>
        <a:bodyPr/>
        <a:lstStyle/>
        <a:p>
          <a:endParaRPr lang="en-US"/>
        </a:p>
      </dgm:t>
    </dgm:pt>
    <dgm:pt modelId="{C17A20FC-7A89-47AB-BDF4-C02ADAF445AE}" type="sibTrans" cxnId="{8FE28714-6255-4EF1-B7CE-1534154C502C}">
      <dgm:prSet/>
      <dgm:spPr/>
      <dgm:t>
        <a:bodyPr/>
        <a:lstStyle/>
        <a:p>
          <a:endParaRPr lang="en-US"/>
        </a:p>
      </dgm:t>
    </dgm:pt>
    <dgm:pt modelId="{285C3E14-8853-468B-8B53-5869955D10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Design Fiction</a:t>
          </a:r>
          <a:r>
            <a:rPr lang="en-US"/>
            <a:t> → Imaginative exploration of future possibilities.</a:t>
          </a:r>
        </a:p>
      </dgm:t>
    </dgm:pt>
    <dgm:pt modelId="{D7109351-58A7-4F4D-90DE-CF0346B6732C}" type="parTrans" cxnId="{A31B916B-1BB9-4B85-A47E-D5884F93955F}">
      <dgm:prSet/>
      <dgm:spPr/>
      <dgm:t>
        <a:bodyPr/>
        <a:lstStyle/>
        <a:p>
          <a:endParaRPr lang="en-US"/>
        </a:p>
      </dgm:t>
    </dgm:pt>
    <dgm:pt modelId="{30EE79E9-9E2D-4672-A390-4323BF047160}" type="sibTrans" cxnId="{A31B916B-1BB9-4B85-A47E-D5884F93955F}">
      <dgm:prSet/>
      <dgm:spPr/>
      <dgm:t>
        <a:bodyPr/>
        <a:lstStyle/>
        <a:p>
          <a:endParaRPr lang="en-US"/>
        </a:p>
      </dgm:t>
    </dgm:pt>
    <dgm:pt modelId="{A9F24A4A-C652-4A24-8708-BC38D56346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Both reveal </a:t>
          </a:r>
          <a:r>
            <a:rPr lang="en-US" b="1"/>
            <a:t>hidden requirements</a:t>
          </a:r>
          <a:r>
            <a:rPr lang="en-US"/>
            <a:t> — one by </a:t>
          </a:r>
          <a:r>
            <a:rPr lang="en-US" i="1"/>
            <a:t>observation</a:t>
          </a:r>
          <a:r>
            <a:rPr lang="en-US"/>
            <a:t>, one by </a:t>
          </a:r>
          <a:r>
            <a:rPr lang="en-US" i="1"/>
            <a:t>imagination</a:t>
          </a:r>
          <a:r>
            <a:rPr lang="en-US"/>
            <a:t>.</a:t>
          </a:r>
        </a:p>
      </dgm:t>
    </dgm:pt>
    <dgm:pt modelId="{60A8D717-A9C1-4194-A710-E7B74C9984E2}" type="parTrans" cxnId="{B93EAA42-5C75-43AE-9F56-971A99BC81E4}">
      <dgm:prSet/>
      <dgm:spPr/>
      <dgm:t>
        <a:bodyPr/>
        <a:lstStyle/>
        <a:p>
          <a:endParaRPr lang="en-US"/>
        </a:p>
      </dgm:t>
    </dgm:pt>
    <dgm:pt modelId="{B48238AD-F44D-4069-817D-B6D07F0139E4}" type="sibTrans" cxnId="{B93EAA42-5C75-43AE-9F56-971A99BC81E4}">
      <dgm:prSet/>
      <dgm:spPr/>
      <dgm:t>
        <a:bodyPr/>
        <a:lstStyle/>
        <a:p>
          <a:endParaRPr lang="en-US"/>
        </a:p>
      </dgm:t>
    </dgm:pt>
    <dgm:pt modelId="{FCCB85D2-DD1E-4B25-9B03-0E7257D40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Together, they help designers create </a:t>
          </a:r>
          <a:r>
            <a:rPr lang="en-US" b="1"/>
            <a:t>meaningful, forward-thinking experiences</a:t>
          </a:r>
          <a:r>
            <a:rPr lang="en-US"/>
            <a:t>.</a:t>
          </a:r>
        </a:p>
      </dgm:t>
    </dgm:pt>
    <dgm:pt modelId="{EC03083F-C0FC-4851-A2F0-35BC03B9BF7B}" type="parTrans" cxnId="{2B801159-86B3-433D-8301-6ADCE59EAE3E}">
      <dgm:prSet/>
      <dgm:spPr/>
      <dgm:t>
        <a:bodyPr/>
        <a:lstStyle/>
        <a:p>
          <a:endParaRPr lang="en-US"/>
        </a:p>
      </dgm:t>
    </dgm:pt>
    <dgm:pt modelId="{7225851A-A64D-486E-86E2-B3041AC1AAA2}" type="sibTrans" cxnId="{2B801159-86B3-433D-8301-6ADCE59EAE3E}">
      <dgm:prSet/>
      <dgm:spPr/>
      <dgm:t>
        <a:bodyPr/>
        <a:lstStyle/>
        <a:p>
          <a:endParaRPr lang="en-US"/>
        </a:p>
      </dgm:t>
    </dgm:pt>
    <dgm:pt modelId="{2805D623-A221-45FB-92BE-CA042DA92D8A}" type="pres">
      <dgm:prSet presAssocID="{8BE8512B-0976-4000-97B9-F13504A2EE11}" presName="root" presStyleCnt="0">
        <dgm:presLayoutVars>
          <dgm:dir/>
          <dgm:resizeHandles val="exact"/>
        </dgm:presLayoutVars>
      </dgm:prSet>
      <dgm:spPr/>
    </dgm:pt>
    <dgm:pt modelId="{E3466E9A-6846-41F4-ACF5-B7840D7F8F84}" type="pres">
      <dgm:prSet presAssocID="{281F4A7C-100B-499D-95C3-2392152FEE52}" presName="compNode" presStyleCnt="0"/>
      <dgm:spPr/>
    </dgm:pt>
    <dgm:pt modelId="{B2A6871D-14E5-4DFF-A139-788BE0B72C9D}" type="pres">
      <dgm:prSet presAssocID="{281F4A7C-100B-499D-95C3-2392152FEE52}" presName="bgRect" presStyleLbl="bgShp" presStyleIdx="0" presStyleCnt="4"/>
      <dgm:spPr/>
    </dgm:pt>
    <dgm:pt modelId="{87EB8494-688C-4E36-A392-C7A1C652FD37}" type="pres">
      <dgm:prSet presAssocID="{281F4A7C-100B-499D-95C3-2392152FEE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677D0A-1908-47B5-8ED1-73D6409B151C}" type="pres">
      <dgm:prSet presAssocID="{281F4A7C-100B-499D-95C3-2392152FEE52}" presName="spaceRect" presStyleCnt="0"/>
      <dgm:spPr/>
    </dgm:pt>
    <dgm:pt modelId="{FCB13B5E-42F6-4C35-925E-5D9575FB5C27}" type="pres">
      <dgm:prSet presAssocID="{281F4A7C-100B-499D-95C3-2392152FEE52}" presName="parTx" presStyleLbl="revTx" presStyleIdx="0" presStyleCnt="4">
        <dgm:presLayoutVars>
          <dgm:chMax val="0"/>
          <dgm:chPref val="0"/>
        </dgm:presLayoutVars>
      </dgm:prSet>
      <dgm:spPr/>
    </dgm:pt>
    <dgm:pt modelId="{595FA6FF-97E9-406E-8159-D92F4114E58C}" type="pres">
      <dgm:prSet presAssocID="{C17A20FC-7A89-47AB-BDF4-C02ADAF445AE}" presName="sibTrans" presStyleCnt="0"/>
      <dgm:spPr/>
    </dgm:pt>
    <dgm:pt modelId="{728063BD-CA40-43A1-84DB-EB760B25FACC}" type="pres">
      <dgm:prSet presAssocID="{285C3E14-8853-468B-8B53-5869955D10A1}" presName="compNode" presStyleCnt="0"/>
      <dgm:spPr/>
    </dgm:pt>
    <dgm:pt modelId="{49845813-4A9C-4ACD-9916-CB52CFBA48DD}" type="pres">
      <dgm:prSet presAssocID="{285C3E14-8853-468B-8B53-5869955D10A1}" presName="bgRect" presStyleLbl="bgShp" presStyleIdx="1" presStyleCnt="4"/>
      <dgm:spPr/>
    </dgm:pt>
    <dgm:pt modelId="{1AAB5395-A8EB-45B1-9571-674FE1A50C54}" type="pres">
      <dgm:prSet presAssocID="{285C3E14-8853-468B-8B53-5869955D10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289F202A-EF25-497B-843E-B9F678761962}" type="pres">
      <dgm:prSet presAssocID="{285C3E14-8853-468B-8B53-5869955D10A1}" presName="spaceRect" presStyleCnt="0"/>
      <dgm:spPr/>
    </dgm:pt>
    <dgm:pt modelId="{783154D5-6AC7-479E-BDA1-557124E92FA2}" type="pres">
      <dgm:prSet presAssocID="{285C3E14-8853-468B-8B53-5869955D10A1}" presName="parTx" presStyleLbl="revTx" presStyleIdx="1" presStyleCnt="4">
        <dgm:presLayoutVars>
          <dgm:chMax val="0"/>
          <dgm:chPref val="0"/>
        </dgm:presLayoutVars>
      </dgm:prSet>
      <dgm:spPr/>
    </dgm:pt>
    <dgm:pt modelId="{6EAF3790-C5A3-4BC6-94BC-72A626AC77D7}" type="pres">
      <dgm:prSet presAssocID="{30EE79E9-9E2D-4672-A390-4323BF047160}" presName="sibTrans" presStyleCnt="0"/>
      <dgm:spPr/>
    </dgm:pt>
    <dgm:pt modelId="{70E1069C-7664-4AD8-9AAA-7C3E9D0E822C}" type="pres">
      <dgm:prSet presAssocID="{A9F24A4A-C652-4A24-8708-BC38D563464D}" presName="compNode" presStyleCnt="0"/>
      <dgm:spPr/>
    </dgm:pt>
    <dgm:pt modelId="{9CA3F9FA-F902-4BAE-BEBC-405CE155817F}" type="pres">
      <dgm:prSet presAssocID="{A9F24A4A-C652-4A24-8708-BC38D563464D}" presName="bgRect" presStyleLbl="bgShp" presStyleIdx="2" presStyleCnt="4"/>
      <dgm:spPr/>
    </dgm:pt>
    <dgm:pt modelId="{E6245FF3-0328-4D01-A672-578E4207EEA2}" type="pres">
      <dgm:prSet presAssocID="{A9F24A4A-C652-4A24-8708-BC38D56346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1390F516-5D44-42FE-9D3C-732AB776EC24}" type="pres">
      <dgm:prSet presAssocID="{A9F24A4A-C652-4A24-8708-BC38D563464D}" presName="spaceRect" presStyleCnt="0"/>
      <dgm:spPr/>
    </dgm:pt>
    <dgm:pt modelId="{6C9A1FA5-17C3-480F-809B-035F707F21BF}" type="pres">
      <dgm:prSet presAssocID="{A9F24A4A-C652-4A24-8708-BC38D563464D}" presName="parTx" presStyleLbl="revTx" presStyleIdx="2" presStyleCnt="4">
        <dgm:presLayoutVars>
          <dgm:chMax val="0"/>
          <dgm:chPref val="0"/>
        </dgm:presLayoutVars>
      </dgm:prSet>
      <dgm:spPr/>
    </dgm:pt>
    <dgm:pt modelId="{1E5DFECE-204A-43E3-8874-3D0FDBF8B2A9}" type="pres">
      <dgm:prSet presAssocID="{B48238AD-F44D-4069-817D-B6D07F0139E4}" presName="sibTrans" presStyleCnt="0"/>
      <dgm:spPr/>
    </dgm:pt>
    <dgm:pt modelId="{6FC39BA0-AEA8-413A-AFD4-65720DF87AA4}" type="pres">
      <dgm:prSet presAssocID="{FCCB85D2-DD1E-4B25-9B03-0E7257D40695}" presName="compNode" presStyleCnt="0"/>
      <dgm:spPr/>
    </dgm:pt>
    <dgm:pt modelId="{22F5557E-628B-43CD-AF8F-7ACF2DC37CA2}" type="pres">
      <dgm:prSet presAssocID="{FCCB85D2-DD1E-4B25-9B03-0E7257D40695}" presName="bgRect" presStyleLbl="bgShp" presStyleIdx="3" presStyleCnt="4"/>
      <dgm:spPr/>
    </dgm:pt>
    <dgm:pt modelId="{CBCD052F-1FE4-4E8F-B700-340A464F337C}" type="pres">
      <dgm:prSet presAssocID="{FCCB85D2-DD1E-4B25-9B03-0E7257D4069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DCBEDB53-D000-41F5-8E80-25E874241D25}" type="pres">
      <dgm:prSet presAssocID="{FCCB85D2-DD1E-4B25-9B03-0E7257D40695}" presName="spaceRect" presStyleCnt="0"/>
      <dgm:spPr/>
    </dgm:pt>
    <dgm:pt modelId="{98DDA567-7139-40F4-9AC5-6BBB7F6655B1}" type="pres">
      <dgm:prSet presAssocID="{FCCB85D2-DD1E-4B25-9B03-0E7257D4069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E28714-6255-4EF1-B7CE-1534154C502C}" srcId="{8BE8512B-0976-4000-97B9-F13504A2EE11}" destId="{281F4A7C-100B-499D-95C3-2392152FEE52}" srcOrd="0" destOrd="0" parTransId="{E9F18C0F-276B-4E84-810C-292B8C717148}" sibTransId="{C17A20FC-7A89-47AB-BDF4-C02ADAF445AE}"/>
    <dgm:cxn modelId="{B93EAA42-5C75-43AE-9F56-971A99BC81E4}" srcId="{8BE8512B-0976-4000-97B9-F13504A2EE11}" destId="{A9F24A4A-C652-4A24-8708-BC38D563464D}" srcOrd="2" destOrd="0" parTransId="{60A8D717-A9C1-4194-A710-E7B74C9984E2}" sibTransId="{B48238AD-F44D-4069-817D-B6D07F0139E4}"/>
    <dgm:cxn modelId="{C060AD66-6C2F-414C-B665-2E6C862FC908}" type="presOf" srcId="{8BE8512B-0976-4000-97B9-F13504A2EE11}" destId="{2805D623-A221-45FB-92BE-CA042DA92D8A}" srcOrd="0" destOrd="0" presId="urn:microsoft.com/office/officeart/2018/2/layout/IconVerticalSolidList"/>
    <dgm:cxn modelId="{A31B916B-1BB9-4B85-A47E-D5884F93955F}" srcId="{8BE8512B-0976-4000-97B9-F13504A2EE11}" destId="{285C3E14-8853-468B-8B53-5869955D10A1}" srcOrd="1" destOrd="0" parTransId="{D7109351-58A7-4F4D-90DE-CF0346B6732C}" sibTransId="{30EE79E9-9E2D-4672-A390-4323BF047160}"/>
    <dgm:cxn modelId="{18067F58-9286-4A2F-95BC-AF3C26808D1B}" type="presOf" srcId="{285C3E14-8853-468B-8B53-5869955D10A1}" destId="{783154D5-6AC7-479E-BDA1-557124E92FA2}" srcOrd="0" destOrd="0" presId="urn:microsoft.com/office/officeart/2018/2/layout/IconVerticalSolidList"/>
    <dgm:cxn modelId="{2B801159-86B3-433D-8301-6ADCE59EAE3E}" srcId="{8BE8512B-0976-4000-97B9-F13504A2EE11}" destId="{FCCB85D2-DD1E-4B25-9B03-0E7257D40695}" srcOrd="3" destOrd="0" parTransId="{EC03083F-C0FC-4851-A2F0-35BC03B9BF7B}" sibTransId="{7225851A-A64D-486E-86E2-B3041AC1AAA2}"/>
    <dgm:cxn modelId="{091F5587-2B8C-4942-AA19-5996B6AD02D8}" type="presOf" srcId="{FCCB85D2-DD1E-4B25-9B03-0E7257D40695}" destId="{98DDA567-7139-40F4-9AC5-6BBB7F6655B1}" srcOrd="0" destOrd="0" presId="urn:microsoft.com/office/officeart/2018/2/layout/IconVerticalSolidList"/>
    <dgm:cxn modelId="{3BFDF5AA-387F-4CF5-9027-AEAAD644E29A}" type="presOf" srcId="{A9F24A4A-C652-4A24-8708-BC38D563464D}" destId="{6C9A1FA5-17C3-480F-809B-035F707F21BF}" srcOrd="0" destOrd="0" presId="urn:microsoft.com/office/officeart/2018/2/layout/IconVerticalSolidList"/>
    <dgm:cxn modelId="{1B9062E0-F798-42AB-9392-931EF8968F84}" type="presOf" srcId="{281F4A7C-100B-499D-95C3-2392152FEE52}" destId="{FCB13B5E-42F6-4C35-925E-5D9575FB5C27}" srcOrd="0" destOrd="0" presId="urn:microsoft.com/office/officeart/2018/2/layout/IconVerticalSolidList"/>
    <dgm:cxn modelId="{F3D2AD3A-C2A6-4B66-B721-9FE9BC7C1247}" type="presParOf" srcId="{2805D623-A221-45FB-92BE-CA042DA92D8A}" destId="{E3466E9A-6846-41F4-ACF5-B7840D7F8F84}" srcOrd="0" destOrd="0" presId="urn:microsoft.com/office/officeart/2018/2/layout/IconVerticalSolidList"/>
    <dgm:cxn modelId="{B35D143E-B6AD-417C-BC46-211A89856271}" type="presParOf" srcId="{E3466E9A-6846-41F4-ACF5-B7840D7F8F84}" destId="{B2A6871D-14E5-4DFF-A139-788BE0B72C9D}" srcOrd="0" destOrd="0" presId="urn:microsoft.com/office/officeart/2018/2/layout/IconVerticalSolidList"/>
    <dgm:cxn modelId="{43EB9C9A-CC00-489C-8F2E-2979B75C11E4}" type="presParOf" srcId="{E3466E9A-6846-41F4-ACF5-B7840D7F8F84}" destId="{87EB8494-688C-4E36-A392-C7A1C652FD37}" srcOrd="1" destOrd="0" presId="urn:microsoft.com/office/officeart/2018/2/layout/IconVerticalSolidList"/>
    <dgm:cxn modelId="{349B280E-A292-43E2-8F45-523C9DCB2622}" type="presParOf" srcId="{E3466E9A-6846-41F4-ACF5-B7840D7F8F84}" destId="{E2677D0A-1908-47B5-8ED1-73D6409B151C}" srcOrd="2" destOrd="0" presId="urn:microsoft.com/office/officeart/2018/2/layout/IconVerticalSolidList"/>
    <dgm:cxn modelId="{9F699CB2-936A-454A-85B9-B5EE6443C378}" type="presParOf" srcId="{E3466E9A-6846-41F4-ACF5-B7840D7F8F84}" destId="{FCB13B5E-42F6-4C35-925E-5D9575FB5C27}" srcOrd="3" destOrd="0" presId="urn:microsoft.com/office/officeart/2018/2/layout/IconVerticalSolidList"/>
    <dgm:cxn modelId="{859CD515-3273-4401-B400-6257380D4266}" type="presParOf" srcId="{2805D623-A221-45FB-92BE-CA042DA92D8A}" destId="{595FA6FF-97E9-406E-8159-D92F4114E58C}" srcOrd="1" destOrd="0" presId="urn:microsoft.com/office/officeart/2018/2/layout/IconVerticalSolidList"/>
    <dgm:cxn modelId="{90C7AF55-D7F1-4806-92CD-A2644C381658}" type="presParOf" srcId="{2805D623-A221-45FB-92BE-CA042DA92D8A}" destId="{728063BD-CA40-43A1-84DB-EB760B25FACC}" srcOrd="2" destOrd="0" presId="urn:microsoft.com/office/officeart/2018/2/layout/IconVerticalSolidList"/>
    <dgm:cxn modelId="{044BD509-B3C3-43FF-BEBE-5D0D2C8EE726}" type="presParOf" srcId="{728063BD-CA40-43A1-84DB-EB760B25FACC}" destId="{49845813-4A9C-4ACD-9916-CB52CFBA48DD}" srcOrd="0" destOrd="0" presId="urn:microsoft.com/office/officeart/2018/2/layout/IconVerticalSolidList"/>
    <dgm:cxn modelId="{CA45B490-4857-431E-9D9D-6C99C86D125F}" type="presParOf" srcId="{728063BD-CA40-43A1-84DB-EB760B25FACC}" destId="{1AAB5395-A8EB-45B1-9571-674FE1A50C54}" srcOrd="1" destOrd="0" presId="urn:microsoft.com/office/officeart/2018/2/layout/IconVerticalSolidList"/>
    <dgm:cxn modelId="{03F7D20E-589F-403A-9141-69B1D7183011}" type="presParOf" srcId="{728063BD-CA40-43A1-84DB-EB760B25FACC}" destId="{289F202A-EF25-497B-843E-B9F678761962}" srcOrd="2" destOrd="0" presId="urn:microsoft.com/office/officeart/2018/2/layout/IconVerticalSolidList"/>
    <dgm:cxn modelId="{1F528E46-B3EA-47FF-A40D-D6331E2A4E48}" type="presParOf" srcId="{728063BD-CA40-43A1-84DB-EB760B25FACC}" destId="{783154D5-6AC7-479E-BDA1-557124E92FA2}" srcOrd="3" destOrd="0" presId="urn:microsoft.com/office/officeart/2018/2/layout/IconVerticalSolidList"/>
    <dgm:cxn modelId="{D0F02A76-30E5-437F-9A5E-6665AA34CC7C}" type="presParOf" srcId="{2805D623-A221-45FB-92BE-CA042DA92D8A}" destId="{6EAF3790-C5A3-4BC6-94BC-72A626AC77D7}" srcOrd="3" destOrd="0" presId="urn:microsoft.com/office/officeart/2018/2/layout/IconVerticalSolidList"/>
    <dgm:cxn modelId="{7F283D5A-DC40-4753-A11A-E6ACEEC74754}" type="presParOf" srcId="{2805D623-A221-45FB-92BE-CA042DA92D8A}" destId="{70E1069C-7664-4AD8-9AAA-7C3E9D0E822C}" srcOrd="4" destOrd="0" presId="urn:microsoft.com/office/officeart/2018/2/layout/IconVerticalSolidList"/>
    <dgm:cxn modelId="{1F9C5EF5-2586-4C5A-A38E-E7942D7C9BFC}" type="presParOf" srcId="{70E1069C-7664-4AD8-9AAA-7C3E9D0E822C}" destId="{9CA3F9FA-F902-4BAE-BEBC-405CE155817F}" srcOrd="0" destOrd="0" presId="urn:microsoft.com/office/officeart/2018/2/layout/IconVerticalSolidList"/>
    <dgm:cxn modelId="{71538758-5515-4EE4-AAFC-54928FC42B1B}" type="presParOf" srcId="{70E1069C-7664-4AD8-9AAA-7C3E9D0E822C}" destId="{E6245FF3-0328-4D01-A672-578E4207EEA2}" srcOrd="1" destOrd="0" presId="urn:microsoft.com/office/officeart/2018/2/layout/IconVerticalSolidList"/>
    <dgm:cxn modelId="{D2CBE959-185B-4A3E-A211-9453394D537A}" type="presParOf" srcId="{70E1069C-7664-4AD8-9AAA-7C3E9D0E822C}" destId="{1390F516-5D44-42FE-9D3C-732AB776EC24}" srcOrd="2" destOrd="0" presId="urn:microsoft.com/office/officeart/2018/2/layout/IconVerticalSolidList"/>
    <dgm:cxn modelId="{1057A0D9-2E80-4A0E-94A9-726CD46C0E17}" type="presParOf" srcId="{70E1069C-7664-4AD8-9AAA-7C3E9D0E822C}" destId="{6C9A1FA5-17C3-480F-809B-035F707F21BF}" srcOrd="3" destOrd="0" presId="urn:microsoft.com/office/officeart/2018/2/layout/IconVerticalSolidList"/>
    <dgm:cxn modelId="{27C96B52-C329-4EFD-BE2F-DA274FE6EC40}" type="presParOf" srcId="{2805D623-A221-45FB-92BE-CA042DA92D8A}" destId="{1E5DFECE-204A-43E3-8874-3D0FDBF8B2A9}" srcOrd="5" destOrd="0" presId="urn:microsoft.com/office/officeart/2018/2/layout/IconVerticalSolidList"/>
    <dgm:cxn modelId="{AE002B26-B332-4684-86C7-6DAF1AAFE19D}" type="presParOf" srcId="{2805D623-A221-45FB-92BE-CA042DA92D8A}" destId="{6FC39BA0-AEA8-413A-AFD4-65720DF87AA4}" srcOrd="6" destOrd="0" presId="urn:microsoft.com/office/officeart/2018/2/layout/IconVerticalSolidList"/>
    <dgm:cxn modelId="{DF0D47B2-E128-4B94-B03E-E256A6C28881}" type="presParOf" srcId="{6FC39BA0-AEA8-413A-AFD4-65720DF87AA4}" destId="{22F5557E-628B-43CD-AF8F-7ACF2DC37CA2}" srcOrd="0" destOrd="0" presId="urn:microsoft.com/office/officeart/2018/2/layout/IconVerticalSolidList"/>
    <dgm:cxn modelId="{0AAEFFED-C8EC-4BA5-AA05-D9261F886DAE}" type="presParOf" srcId="{6FC39BA0-AEA8-413A-AFD4-65720DF87AA4}" destId="{CBCD052F-1FE4-4E8F-B700-340A464F337C}" srcOrd="1" destOrd="0" presId="urn:microsoft.com/office/officeart/2018/2/layout/IconVerticalSolidList"/>
    <dgm:cxn modelId="{611F2B8F-90AF-4F09-A3DA-22628EEFDFF4}" type="presParOf" srcId="{6FC39BA0-AEA8-413A-AFD4-65720DF87AA4}" destId="{DCBEDB53-D000-41F5-8E80-25E874241D25}" srcOrd="2" destOrd="0" presId="urn:microsoft.com/office/officeart/2018/2/layout/IconVerticalSolidList"/>
    <dgm:cxn modelId="{C89E4385-09D7-4701-9EAA-6770D2938B46}" type="presParOf" srcId="{6FC39BA0-AEA8-413A-AFD4-65720DF87AA4}" destId="{98DDA567-7139-40F4-9AC5-6BBB7F6655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3CDFE99-B64C-4962-8921-A459E5D0F05C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C6CDEEA-5D66-42FF-B355-8183F1EE8796}">
      <dgm:prSet/>
      <dgm:spPr/>
      <dgm:t>
        <a:bodyPr/>
        <a:lstStyle/>
        <a:p>
          <a:r>
            <a:rPr lang="en-US"/>
            <a:t>A persona is a fictional but realistic representation of a typical user.</a:t>
          </a:r>
        </a:p>
      </dgm:t>
    </dgm:pt>
    <dgm:pt modelId="{0CEEAACF-BBB6-4868-980B-7901E6FBDCD8}" type="parTrans" cxnId="{6824A6A4-5D1F-4E5F-B065-820A4D1D70AA}">
      <dgm:prSet/>
      <dgm:spPr/>
      <dgm:t>
        <a:bodyPr/>
        <a:lstStyle/>
        <a:p>
          <a:endParaRPr lang="en-US"/>
        </a:p>
      </dgm:t>
    </dgm:pt>
    <dgm:pt modelId="{A67E6508-F95F-4DCA-89D0-6E98CAD0742D}" type="sibTrans" cxnId="{6824A6A4-5D1F-4E5F-B065-820A4D1D70AA}">
      <dgm:prSet/>
      <dgm:spPr/>
      <dgm:t>
        <a:bodyPr/>
        <a:lstStyle/>
        <a:p>
          <a:endParaRPr lang="en-US"/>
        </a:p>
      </dgm:t>
    </dgm:pt>
    <dgm:pt modelId="{1D3BFE3E-5C6E-4E51-8592-642CD697DDCB}">
      <dgm:prSet/>
      <dgm:spPr/>
      <dgm:t>
        <a:bodyPr/>
        <a:lstStyle/>
        <a:p>
          <a:r>
            <a:rPr lang="en-US"/>
            <a:t>Based on user research, interviews, and observations.</a:t>
          </a:r>
        </a:p>
      </dgm:t>
    </dgm:pt>
    <dgm:pt modelId="{18E3E515-5E41-4CA1-AF06-88A590E55120}" type="parTrans" cxnId="{C17D1C6E-521B-41BF-8016-07E7AD5480EB}">
      <dgm:prSet/>
      <dgm:spPr/>
      <dgm:t>
        <a:bodyPr/>
        <a:lstStyle/>
        <a:p>
          <a:endParaRPr lang="en-US"/>
        </a:p>
      </dgm:t>
    </dgm:pt>
    <dgm:pt modelId="{906D1E0E-B0C1-4175-AC73-4E5757D98584}" type="sibTrans" cxnId="{C17D1C6E-521B-41BF-8016-07E7AD5480EB}">
      <dgm:prSet/>
      <dgm:spPr/>
      <dgm:t>
        <a:bodyPr/>
        <a:lstStyle/>
        <a:p>
          <a:endParaRPr lang="en-US"/>
        </a:p>
      </dgm:t>
    </dgm:pt>
    <dgm:pt modelId="{964DC27B-90CE-4F01-A38F-2B0949A507F1}">
      <dgm:prSet/>
      <dgm:spPr/>
      <dgm:t>
        <a:bodyPr/>
        <a:lstStyle/>
        <a:p>
          <a:r>
            <a:rPr lang="en-US"/>
            <a:t>Includes details like goals, behaviors, motivations, and frustrations.</a:t>
          </a:r>
        </a:p>
      </dgm:t>
    </dgm:pt>
    <dgm:pt modelId="{DECA2DF5-7044-4E49-9E22-0F492C2A72D5}" type="parTrans" cxnId="{919733A8-E12E-47FD-AC88-A1EE5F700749}">
      <dgm:prSet/>
      <dgm:spPr/>
      <dgm:t>
        <a:bodyPr/>
        <a:lstStyle/>
        <a:p>
          <a:endParaRPr lang="en-US"/>
        </a:p>
      </dgm:t>
    </dgm:pt>
    <dgm:pt modelId="{83A6CC59-719F-4EBB-9A69-138A5DBC2730}" type="sibTrans" cxnId="{919733A8-E12E-47FD-AC88-A1EE5F700749}">
      <dgm:prSet/>
      <dgm:spPr/>
      <dgm:t>
        <a:bodyPr/>
        <a:lstStyle/>
        <a:p>
          <a:endParaRPr lang="en-US"/>
        </a:p>
      </dgm:t>
    </dgm:pt>
    <dgm:pt modelId="{DE63A970-9322-4701-B9FE-49FC957A7F69}">
      <dgm:prSet/>
      <dgm:spPr/>
      <dgm:t>
        <a:bodyPr/>
        <a:lstStyle/>
        <a:p>
          <a:r>
            <a:rPr lang="en-US"/>
            <a:t>Helps designers empathize with users and focus on their needs.</a:t>
          </a:r>
        </a:p>
      </dgm:t>
    </dgm:pt>
    <dgm:pt modelId="{3EEB30BE-D158-413D-A5D1-81B897BF5A0F}" type="parTrans" cxnId="{312734EB-B95A-4764-94DD-8E85FB5BC5EF}">
      <dgm:prSet/>
      <dgm:spPr/>
      <dgm:t>
        <a:bodyPr/>
        <a:lstStyle/>
        <a:p>
          <a:endParaRPr lang="en-US"/>
        </a:p>
      </dgm:t>
    </dgm:pt>
    <dgm:pt modelId="{86A0DD30-B34F-4D16-AED1-6CA0EFD14D97}" type="sibTrans" cxnId="{312734EB-B95A-4764-94DD-8E85FB5BC5EF}">
      <dgm:prSet/>
      <dgm:spPr/>
      <dgm:t>
        <a:bodyPr/>
        <a:lstStyle/>
        <a:p>
          <a:endParaRPr lang="en-US"/>
        </a:p>
      </dgm:t>
    </dgm:pt>
    <dgm:pt modelId="{AA358B08-9079-44B7-9C43-78CC4E02F245}">
      <dgm:prSet/>
      <dgm:spPr/>
      <dgm:t>
        <a:bodyPr/>
        <a:lstStyle/>
        <a:p>
          <a:r>
            <a:rPr lang="en-US"/>
            <a:t>Keeps the design process human-centered and evidence-based.</a:t>
          </a:r>
        </a:p>
      </dgm:t>
    </dgm:pt>
    <dgm:pt modelId="{5FA53697-7107-449C-8E66-14E311CAC795}" type="parTrans" cxnId="{D311A7E3-5657-4429-9BF0-D03C2201A681}">
      <dgm:prSet/>
      <dgm:spPr/>
      <dgm:t>
        <a:bodyPr/>
        <a:lstStyle/>
        <a:p>
          <a:endParaRPr lang="en-US"/>
        </a:p>
      </dgm:t>
    </dgm:pt>
    <dgm:pt modelId="{1184B5B1-6409-4BFD-89C7-19FCED949D40}" type="sibTrans" cxnId="{D311A7E3-5657-4429-9BF0-D03C2201A681}">
      <dgm:prSet/>
      <dgm:spPr/>
      <dgm:t>
        <a:bodyPr/>
        <a:lstStyle/>
        <a:p>
          <a:endParaRPr lang="en-US"/>
        </a:p>
      </dgm:t>
    </dgm:pt>
    <dgm:pt modelId="{5DA4602E-A4C2-490F-9309-F71954BC9D58}" type="pres">
      <dgm:prSet presAssocID="{A3CDFE99-B64C-4962-8921-A459E5D0F05C}" presName="diagram" presStyleCnt="0">
        <dgm:presLayoutVars>
          <dgm:dir/>
          <dgm:resizeHandles val="exact"/>
        </dgm:presLayoutVars>
      </dgm:prSet>
      <dgm:spPr/>
    </dgm:pt>
    <dgm:pt modelId="{1F6974DA-45E9-4E80-9484-E843B1704541}" type="pres">
      <dgm:prSet presAssocID="{0C6CDEEA-5D66-42FF-B355-8183F1EE8796}" presName="node" presStyleLbl="node1" presStyleIdx="0" presStyleCnt="5">
        <dgm:presLayoutVars>
          <dgm:bulletEnabled val="1"/>
        </dgm:presLayoutVars>
      </dgm:prSet>
      <dgm:spPr/>
    </dgm:pt>
    <dgm:pt modelId="{2FB77F27-E796-4151-AAB5-D3E6CA7012E0}" type="pres">
      <dgm:prSet presAssocID="{A67E6508-F95F-4DCA-89D0-6E98CAD0742D}" presName="sibTrans" presStyleCnt="0"/>
      <dgm:spPr/>
    </dgm:pt>
    <dgm:pt modelId="{77D7D390-B8BF-4B98-B58A-A78C99608223}" type="pres">
      <dgm:prSet presAssocID="{1D3BFE3E-5C6E-4E51-8592-642CD697DDCB}" presName="node" presStyleLbl="node1" presStyleIdx="1" presStyleCnt="5">
        <dgm:presLayoutVars>
          <dgm:bulletEnabled val="1"/>
        </dgm:presLayoutVars>
      </dgm:prSet>
      <dgm:spPr/>
    </dgm:pt>
    <dgm:pt modelId="{C341DB93-1D43-4924-8646-5C302A06670B}" type="pres">
      <dgm:prSet presAssocID="{906D1E0E-B0C1-4175-AC73-4E5757D98584}" presName="sibTrans" presStyleCnt="0"/>
      <dgm:spPr/>
    </dgm:pt>
    <dgm:pt modelId="{3B344D09-1F31-4ABF-AD6A-FC40D0AB8F33}" type="pres">
      <dgm:prSet presAssocID="{964DC27B-90CE-4F01-A38F-2B0949A507F1}" presName="node" presStyleLbl="node1" presStyleIdx="2" presStyleCnt="5">
        <dgm:presLayoutVars>
          <dgm:bulletEnabled val="1"/>
        </dgm:presLayoutVars>
      </dgm:prSet>
      <dgm:spPr/>
    </dgm:pt>
    <dgm:pt modelId="{628485DA-733A-4CA6-A1EF-4A6B916562AA}" type="pres">
      <dgm:prSet presAssocID="{83A6CC59-719F-4EBB-9A69-138A5DBC2730}" presName="sibTrans" presStyleCnt="0"/>
      <dgm:spPr/>
    </dgm:pt>
    <dgm:pt modelId="{CB4DDEEA-9AA0-4338-8C8E-94A73F8806A7}" type="pres">
      <dgm:prSet presAssocID="{DE63A970-9322-4701-B9FE-49FC957A7F69}" presName="node" presStyleLbl="node1" presStyleIdx="3" presStyleCnt="5">
        <dgm:presLayoutVars>
          <dgm:bulletEnabled val="1"/>
        </dgm:presLayoutVars>
      </dgm:prSet>
      <dgm:spPr/>
    </dgm:pt>
    <dgm:pt modelId="{78212106-8A10-4577-81D8-DC571516D631}" type="pres">
      <dgm:prSet presAssocID="{86A0DD30-B34F-4D16-AED1-6CA0EFD14D97}" presName="sibTrans" presStyleCnt="0"/>
      <dgm:spPr/>
    </dgm:pt>
    <dgm:pt modelId="{8404DEA2-4FCF-4A29-8B20-8F4B2307980A}" type="pres">
      <dgm:prSet presAssocID="{AA358B08-9079-44B7-9C43-78CC4E02F245}" presName="node" presStyleLbl="node1" presStyleIdx="4" presStyleCnt="5">
        <dgm:presLayoutVars>
          <dgm:bulletEnabled val="1"/>
        </dgm:presLayoutVars>
      </dgm:prSet>
      <dgm:spPr/>
    </dgm:pt>
  </dgm:ptLst>
  <dgm:cxnLst>
    <dgm:cxn modelId="{EDC02B0A-71A7-4EF4-96B4-B803EC65AF6F}" type="presOf" srcId="{0C6CDEEA-5D66-42FF-B355-8183F1EE8796}" destId="{1F6974DA-45E9-4E80-9484-E843B1704541}" srcOrd="0" destOrd="0" presId="urn:microsoft.com/office/officeart/2005/8/layout/default"/>
    <dgm:cxn modelId="{4B84FD33-98DB-458D-A592-4177B871B811}" type="presOf" srcId="{AA358B08-9079-44B7-9C43-78CC4E02F245}" destId="{8404DEA2-4FCF-4A29-8B20-8F4B2307980A}" srcOrd="0" destOrd="0" presId="urn:microsoft.com/office/officeart/2005/8/layout/default"/>
    <dgm:cxn modelId="{3F4E8636-4EBB-441C-AF14-ADAE588C1627}" type="presOf" srcId="{1D3BFE3E-5C6E-4E51-8592-642CD697DDCB}" destId="{77D7D390-B8BF-4B98-B58A-A78C99608223}" srcOrd="0" destOrd="0" presId="urn:microsoft.com/office/officeart/2005/8/layout/default"/>
    <dgm:cxn modelId="{C17D1C6E-521B-41BF-8016-07E7AD5480EB}" srcId="{A3CDFE99-B64C-4962-8921-A459E5D0F05C}" destId="{1D3BFE3E-5C6E-4E51-8592-642CD697DDCB}" srcOrd="1" destOrd="0" parTransId="{18E3E515-5E41-4CA1-AF06-88A590E55120}" sibTransId="{906D1E0E-B0C1-4175-AC73-4E5757D98584}"/>
    <dgm:cxn modelId="{CF7CDE57-1F61-40EA-BE4F-FB129329A60C}" type="presOf" srcId="{DE63A970-9322-4701-B9FE-49FC957A7F69}" destId="{CB4DDEEA-9AA0-4338-8C8E-94A73F8806A7}" srcOrd="0" destOrd="0" presId="urn:microsoft.com/office/officeart/2005/8/layout/default"/>
    <dgm:cxn modelId="{7415EA5A-5D34-4E0B-AFDB-1A744A725B5D}" type="presOf" srcId="{964DC27B-90CE-4F01-A38F-2B0949A507F1}" destId="{3B344D09-1F31-4ABF-AD6A-FC40D0AB8F33}" srcOrd="0" destOrd="0" presId="urn:microsoft.com/office/officeart/2005/8/layout/default"/>
    <dgm:cxn modelId="{6824A6A4-5D1F-4E5F-B065-820A4D1D70AA}" srcId="{A3CDFE99-B64C-4962-8921-A459E5D0F05C}" destId="{0C6CDEEA-5D66-42FF-B355-8183F1EE8796}" srcOrd="0" destOrd="0" parTransId="{0CEEAACF-BBB6-4868-980B-7901E6FBDCD8}" sibTransId="{A67E6508-F95F-4DCA-89D0-6E98CAD0742D}"/>
    <dgm:cxn modelId="{919733A8-E12E-47FD-AC88-A1EE5F700749}" srcId="{A3CDFE99-B64C-4962-8921-A459E5D0F05C}" destId="{964DC27B-90CE-4F01-A38F-2B0949A507F1}" srcOrd="2" destOrd="0" parTransId="{DECA2DF5-7044-4E49-9E22-0F492C2A72D5}" sibTransId="{83A6CC59-719F-4EBB-9A69-138A5DBC2730}"/>
    <dgm:cxn modelId="{D870E0B2-369A-4B9D-8F45-9465B395C132}" type="presOf" srcId="{A3CDFE99-B64C-4962-8921-A459E5D0F05C}" destId="{5DA4602E-A4C2-490F-9309-F71954BC9D58}" srcOrd="0" destOrd="0" presId="urn:microsoft.com/office/officeart/2005/8/layout/default"/>
    <dgm:cxn modelId="{D311A7E3-5657-4429-9BF0-D03C2201A681}" srcId="{A3CDFE99-B64C-4962-8921-A459E5D0F05C}" destId="{AA358B08-9079-44B7-9C43-78CC4E02F245}" srcOrd="4" destOrd="0" parTransId="{5FA53697-7107-449C-8E66-14E311CAC795}" sibTransId="{1184B5B1-6409-4BFD-89C7-19FCED949D40}"/>
    <dgm:cxn modelId="{312734EB-B95A-4764-94DD-8E85FB5BC5EF}" srcId="{A3CDFE99-B64C-4962-8921-A459E5D0F05C}" destId="{DE63A970-9322-4701-B9FE-49FC957A7F69}" srcOrd="3" destOrd="0" parTransId="{3EEB30BE-D158-413D-A5D1-81B897BF5A0F}" sibTransId="{86A0DD30-B34F-4D16-AED1-6CA0EFD14D97}"/>
    <dgm:cxn modelId="{86A99CA5-1E76-474A-9418-442A3EFE0622}" type="presParOf" srcId="{5DA4602E-A4C2-490F-9309-F71954BC9D58}" destId="{1F6974DA-45E9-4E80-9484-E843B1704541}" srcOrd="0" destOrd="0" presId="urn:microsoft.com/office/officeart/2005/8/layout/default"/>
    <dgm:cxn modelId="{AA9B631E-8491-4676-9A16-A615E0E515A6}" type="presParOf" srcId="{5DA4602E-A4C2-490F-9309-F71954BC9D58}" destId="{2FB77F27-E796-4151-AAB5-D3E6CA7012E0}" srcOrd="1" destOrd="0" presId="urn:microsoft.com/office/officeart/2005/8/layout/default"/>
    <dgm:cxn modelId="{B594BC05-F087-43EB-8245-010BB97011F1}" type="presParOf" srcId="{5DA4602E-A4C2-490F-9309-F71954BC9D58}" destId="{77D7D390-B8BF-4B98-B58A-A78C99608223}" srcOrd="2" destOrd="0" presId="urn:microsoft.com/office/officeart/2005/8/layout/default"/>
    <dgm:cxn modelId="{8D089666-2C3D-40E8-AD72-B4E67ECE9311}" type="presParOf" srcId="{5DA4602E-A4C2-490F-9309-F71954BC9D58}" destId="{C341DB93-1D43-4924-8646-5C302A06670B}" srcOrd="3" destOrd="0" presId="urn:microsoft.com/office/officeart/2005/8/layout/default"/>
    <dgm:cxn modelId="{D0C77DD5-55A7-43E3-83D0-F255E7227E78}" type="presParOf" srcId="{5DA4602E-A4C2-490F-9309-F71954BC9D58}" destId="{3B344D09-1F31-4ABF-AD6A-FC40D0AB8F33}" srcOrd="4" destOrd="0" presId="urn:microsoft.com/office/officeart/2005/8/layout/default"/>
    <dgm:cxn modelId="{55ED6367-7A18-476D-A330-93EFD9D45D81}" type="presParOf" srcId="{5DA4602E-A4C2-490F-9309-F71954BC9D58}" destId="{628485DA-733A-4CA6-A1EF-4A6B916562AA}" srcOrd="5" destOrd="0" presId="urn:microsoft.com/office/officeart/2005/8/layout/default"/>
    <dgm:cxn modelId="{2B75BA94-D0D8-4DD1-A5B6-179A6AB60084}" type="presParOf" srcId="{5DA4602E-A4C2-490F-9309-F71954BC9D58}" destId="{CB4DDEEA-9AA0-4338-8C8E-94A73F8806A7}" srcOrd="6" destOrd="0" presId="urn:microsoft.com/office/officeart/2005/8/layout/default"/>
    <dgm:cxn modelId="{1FE5BA93-D69D-459A-896D-91B0314778E8}" type="presParOf" srcId="{5DA4602E-A4C2-490F-9309-F71954BC9D58}" destId="{78212106-8A10-4577-81D8-DC571516D631}" srcOrd="7" destOrd="0" presId="urn:microsoft.com/office/officeart/2005/8/layout/default"/>
    <dgm:cxn modelId="{BCC57302-FA45-4505-9656-07E76DB5D51D}" type="presParOf" srcId="{5DA4602E-A4C2-490F-9309-F71954BC9D58}" destId="{8404DEA2-4FCF-4A29-8B20-8F4B2307980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EE88B1D-F5AF-419C-95A4-82EFA9947CA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C78E15-EB34-4C3D-B777-77953C1FEA5C}">
      <dgm:prSet/>
      <dgm:spPr/>
      <dgm:t>
        <a:bodyPr/>
        <a:lstStyle/>
        <a:p>
          <a:r>
            <a:rPr lang="en-US"/>
            <a:t>A scenario is an informal narrative describing user activity.</a:t>
          </a:r>
        </a:p>
      </dgm:t>
    </dgm:pt>
    <dgm:pt modelId="{FFD4AA5C-1B8E-4147-AEAB-26F2D9B76116}" type="parTrans" cxnId="{82288753-8E5F-4E12-96C6-71C5FBBD03B9}">
      <dgm:prSet/>
      <dgm:spPr/>
      <dgm:t>
        <a:bodyPr/>
        <a:lstStyle/>
        <a:p>
          <a:endParaRPr lang="en-US"/>
        </a:p>
      </dgm:t>
    </dgm:pt>
    <dgm:pt modelId="{70939F0E-9408-41BE-AF50-0963AB2DB878}" type="sibTrans" cxnId="{82288753-8E5F-4E12-96C6-71C5FBBD03B9}">
      <dgm:prSet/>
      <dgm:spPr/>
      <dgm:t>
        <a:bodyPr/>
        <a:lstStyle/>
        <a:p>
          <a:endParaRPr lang="en-US"/>
        </a:p>
      </dgm:t>
    </dgm:pt>
    <dgm:pt modelId="{B0D9CD57-E43E-4952-BABF-57EEEAAEEFD9}">
      <dgm:prSet/>
      <dgm:spPr/>
      <dgm:t>
        <a:bodyPr/>
        <a:lstStyle/>
        <a:p>
          <a:r>
            <a:rPr lang="en-US"/>
            <a:t>It shows when, where, and how a persona interacts with a system.</a:t>
          </a:r>
        </a:p>
      </dgm:t>
    </dgm:pt>
    <dgm:pt modelId="{3D61CD84-42BD-4B48-8E52-3B9774BA8D10}" type="parTrans" cxnId="{0A02B16A-1E09-4EF8-9D60-388587B64BEC}">
      <dgm:prSet/>
      <dgm:spPr/>
      <dgm:t>
        <a:bodyPr/>
        <a:lstStyle/>
        <a:p>
          <a:endParaRPr lang="en-US"/>
        </a:p>
      </dgm:t>
    </dgm:pt>
    <dgm:pt modelId="{5F1F8342-9C93-48D0-B961-91531FE90395}" type="sibTrans" cxnId="{0A02B16A-1E09-4EF8-9D60-388587B64BEC}">
      <dgm:prSet/>
      <dgm:spPr/>
      <dgm:t>
        <a:bodyPr/>
        <a:lstStyle/>
        <a:p>
          <a:endParaRPr lang="en-US"/>
        </a:p>
      </dgm:t>
    </dgm:pt>
    <dgm:pt modelId="{2D15D7A3-D5B4-4770-8567-A584B3600B7C}">
      <dgm:prSet/>
      <dgm:spPr/>
      <dgm:t>
        <a:bodyPr/>
        <a:lstStyle/>
        <a:p>
          <a:r>
            <a:rPr lang="en-US"/>
            <a:t>Focuses on the user’s goals, actions, and experiences in context.</a:t>
          </a:r>
        </a:p>
      </dgm:t>
    </dgm:pt>
    <dgm:pt modelId="{C6A9929D-77B1-46D7-94D5-D51DA4E7B7EC}" type="parTrans" cxnId="{77AC8399-376E-45E9-B97D-5ED4109B6EB1}">
      <dgm:prSet/>
      <dgm:spPr/>
      <dgm:t>
        <a:bodyPr/>
        <a:lstStyle/>
        <a:p>
          <a:endParaRPr lang="en-US"/>
        </a:p>
      </dgm:t>
    </dgm:pt>
    <dgm:pt modelId="{D043F82A-44BA-4459-A6B4-02C77FA3730B}" type="sibTrans" cxnId="{77AC8399-376E-45E9-B97D-5ED4109B6EB1}">
      <dgm:prSet/>
      <dgm:spPr/>
      <dgm:t>
        <a:bodyPr/>
        <a:lstStyle/>
        <a:p>
          <a:endParaRPr lang="en-US"/>
        </a:p>
      </dgm:t>
    </dgm:pt>
    <dgm:pt modelId="{16419F67-39D6-450E-86BE-73A96239A6BD}">
      <dgm:prSet/>
      <dgm:spPr/>
      <dgm:t>
        <a:bodyPr/>
        <a:lstStyle/>
        <a:p>
          <a:r>
            <a:rPr lang="en-US"/>
            <a:t>Helps designers explore situations, needs, and constraints.</a:t>
          </a:r>
        </a:p>
      </dgm:t>
    </dgm:pt>
    <dgm:pt modelId="{C27817FD-64AA-4A3C-9CBB-BECD4AC7CF8F}" type="parTrans" cxnId="{8A701EC1-8C8E-4B80-B9D5-E91EFE2335D2}">
      <dgm:prSet/>
      <dgm:spPr/>
      <dgm:t>
        <a:bodyPr/>
        <a:lstStyle/>
        <a:p>
          <a:endParaRPr lang="en-US"/>
        </a:p>
      </dgm:t>
    </dgm:pt>
    <dgm:pt modelId="{0B3907D2-15A1-4BE5-B2E0-1AE07BA5E317}" type="sibTrans" cxnId="{8A701EC1-8C8E-4B80-B9D5-E91EFE2335D2}">
      <dgm:prSet/>
      <dgm:spPr/>
      <dgm:t>
        <a:bodyPr/>
        <a:lstStyle/>
        <a:p>
          <a:endParaRPr lang="en-US"/>
        </a:p>
      </dgm:t>
    </dgm:pt>
    <dgm:pt modelId="{000A9EB4-C698-42FB-A87B-0C35E34ED04D}">
      <dgm:prSet/>
      <dgm:spPr/>
      <dgm:t>
        <a:bodyPr/>
        <a:lstStyle/>
        <a:p>
          <a:r>
            <a:rPr lang="en-US"/>
            <a:t>Describes the story of use, not just the system’s function.</a:t>
          </a:r>
        </a:p>
      </dgm:t>
    </dgm:pt>
    <dgm:pt modelId="{10EA0EF2-AAC9-4A4E-87AA-BE584C87EAE0}" type="parTrans" cxnId="{FD9FDEC2-C679-4705-A948-4259F5A530D1}">
      <dgm:prSet/>
      <dgm:spPr/>
      <dgm:t>
        <a:bodyPr/>
        <a:lstStyle/>
        <a:p>
          <a:endParaRPr lang="en-US"/>
        </a:p>
      </dgm:t>
    </dgm:pt>
    <dgm:pt modelId="{31C26490-F910-4AFA-B0CA-6B94F500E388}" type="sibTrans" cxnId="{FD9FDEC2-C679-4705-A948-4259F5A530D1}">
      <dgm:prSet/>
      <dgm:spPr/>
      <dgm:t>
        <a:bodyPr/>
        <a:lstStyle/>
        <a:p>
          <a:endParaRPr lang="en-US"/>
        </a:p>
      </dgm:t>
    </dgm:pt>
    <dgm:pt modelId="{E16DA601-EA0A-46DC-ABA8-0CD8882B06EE}" type="pres">
      <dgm:prSet presAssocID="{2EE88B1D-F5AF-419C-95A4-82EFA9947CA1}" presName="diagram" presStyleCnt="0">
        <dgm:presLayoutVars>
          <dgm:dir/>
          <dgm:resizeHandles val="exact"/>
        </dgm:presLayoutVars>
      </dgm:prSet>
      <dgm:spPr/>
    </dgm:pt>
    <dgm:pt modelId="{57AC348E-46AB-41DC-911F-702DC0338D8B}" type="pres">
      <dgm:prSet presAssocID="{31C78E15-EB34-4C3D-B777-77953C1FEA5C}" presName="node" presStyleLbl="node1" presStyleIdx="0" presStyleCnt="5">
        <dgm:presLayoutVars>
          <dgm:bulletEnabled val="1"/>
        </dgm:presLayoutVars>
      </dgm:prSet>
      <dgm:spPr/>
    </dgm:pt>
    <dgm:pt modelId="{C78AAA3A-E66F-42DE-8093-C5B60F2A0F5D}" type="pres">
      <dgm:prSet presAssocID="{70939F0E-9408-41BE-AF50-0963AB2DB878}" presName="sibTrans" presStyleCnt="0"/>
      <dgm:spPr/>
    </dgm:pt>
    <dgm:pt modelId="{0BA8E28E-FEA5-4316-8843-144ED8D06EBE}" type="pres">
      <dgm:prSet presAssocID="{B0D9CD57-E43E-4952-BABF-57EEEAAEEFD9}" presName="node" presStyleLbl="node1" presStyleIdx="1" presStyleCnt="5">
        <dgm:presLayoutVars>
          <dgm:bulletEnabled val="1"/>
        </dgm:presLayoutVars>
      </dgm:prSet>
      <dgm:spPr/>
    </dgm:pt>
    <dgm:pt modelId="{E8B940F9-24E9-434A-8257-F4F90B03BC7F}" type="pres">
      <dgm:prSet presAssocID="{5F1F8342-9C93-48D0-B961-91531FE90395}" presName="sibTrans" presStyleCnt="0"/>
      <dgm:spPr/>
    </dgm:pt>
    <dgm:pt modelId="{6E54FFD9-BD7C-44CD-94F9-AD4B19FBCC1A}" type="pres">
      <dgm:prSet presAssocID="{2D15D7A3-D5B4-4770-8567-A584B3600B7C}" presName="node" presStyleLbl="node1" presStyleIdx="2" presStyleCnt="5">
        <dgm:presLayoutVars>
          <dgm:bulletEnabled val="1"/>
        </dgm:presLayoutVars>
      </dgm:prSet>
      <dgm:spPr/>
    </dgm:pt>
    <dgm:pt modelId="{039C5BCD-9A68-48D2-8D0C-ED849B3543F7}" type="pres">
      <dgm:prSet presAssocID="{D043F82A-44BA-4459-A6B4-02C77FA3730B}" presName="sibTrans" presStyleCnt="0"/>
      <dgm:spPr/>
    </dgm:pt>
    <dgm:pt modelId="{077EC147-16E7-42A8-BA7F-74B2E38CD1D4}" type="pres">
      <dgm:prSet presAssocID="{16419F67-39D6-450E-86BE-73A96239A6BD}" presName="node" presStyleLbl="node1" presStyleIdx="3" presStyleCnt="5">
        <dgm:presLayoutVars>
          <dgm:bulletEnabled val="1"/>
        </dgm:presLayoutVars>
      </dgm:prSet>
      <dgm:spPr/>
    </dgm:pt>
    <dgm:pt modelId="{336F8E79-19F4-45E8-ADC0-2CDC1FF1A45F}" type="pres">
      <dgm:prSet presAssocID="{0B3907D2-15A1-4BE5-B2E0-1AE07BA5E317}" presName="sibTrans" presStyleCnt="0"/>
      <dgm:spPr/>
    </dgm:pt>
    <dgm:pt modelId="{4E78697A-B183-48F8-B091-0D5A6D2BC6FE}" type="pres">
      <dgm:prSet presAssocID="{000A9EB4-C698-42FB-A87B-0C35E34ED04D}" presName="node" presStyleLbl="node1" presStyleIdx="4" presStyleCnt="5">
        <dgm:presLayoutVars>
          <dgm:bulletEnabled val="1"/>
        </dgm:presLayoutVars>
      </dgm:prSet>
      <dgm:spPr/>
    </dgm:pt>
  </dgm:ptLst>
  <dgm:cxnLst>
    <dgm:cxn modelId="{8F316C03-6783-4CB2-9FB8-96EDF327DB78}" type="presOf" srcId="{2EE88B1D-F5AF-419C-95A4-82EFA9947CA1}" destId="{E16DA601-EA0A-46DC-ABA8-0CD8882B06EE}" srcOrd="0" destOrd="0" presId="urn:microsoft.com/office/officeart/2005/8/layout/default"/>
    <dgm:cxn modelId="{06954E03-4E5B-42D5-8228-8305D33C27F5}" type="presOf" srcId="{B0D9CD57-E43E-4952-BABF-57EEEAAEEFD9}" destId="{0BA8E28E-FEA5-4316-8843-144ED8D06EBE}" srcOrd="0" destOrd="0" presId="urn:microsoft.com/office/officeart/2005/8/layout/default"/>
    <dgm:cxn modelId="{CFBBBC16-B1EC-4715-8E9A-859D6EEE0044}" type="presOf" srcId="{16419F67-39D6-450E-86BE-73A96239A6BD}" destId="{077EC147-16E7-42A8-BA7F-74B2E38CD1D4}" srcOrd="0" destOrd="0" presId="urn:microsoft.com/office/officeart/2005/8/layout/default"/>
    <dgm:cxn modelId="{06C1DC37-0C3F-45B4-A0C7-FF1D7B96DA5C}" type="presOf" srcId="{2D15D7A3-D5B4-4770-8567-A584B3600B7C}" destId="{6E54FFD9-BD7C-44CD-94F9-AD4B19FBCC1A}" srcOrd="0" destOrd="0" presId="urn:microsoft.com/office/officeart/2005/8/layout/default"/>
    <dgm:cxn modelId="{0A02B16A-1E09-4EF8-9D60-388587B64BEC}" srcId="{2EE88B1D-F5AF-419C-95A4-82EFA9947CA1}" destId="{B0D9CD57-E43E-4952-BABF-57EEEAAEEFD9}" srcOrd="1" destOrd="0" parTransId="{3D61CD84-42BD-4B48-8E52-3B9774BA8D10}" sibTransId="{5F1F8342-9C93-48D0-B961-91531FE90395}"/>
    <dgm:cxn modelId="{82288753-8E5F-4E12-96C6-71C5FBBD03B9}" srcId="{2EE88B1D-F5AF-419C-95A4-82EFA9947CA1}" destId="{31C78E15-EB34-4C3D-B777-77953C1FEA5C}" srcOrd="0" destOrd="0" parTransId="{FFD4AA5C-1B8E-4147-AEAB-26F2D9B76116}" sibTransId="{70939F0E-9408-41BE-AF50-0963AB2DB878}"/>
    <dgm:cxn modelId="{688F8C87-F2D1-4C71-A3C4-38CCC99958F2}" type="presOf" srcId="{31C78E15-EB34-4C3D-B777-77953C1FEA5C}" destId="{57AC348E-46AB-41DC-911F-702DC0338D8B}" srcOrd="0" destOrd="0" presId="urn:microsoft.com/office/officeart/2005/8/layout/default"/>
    <dgm:cxn modelId="{77AC8399-376E-45E9-B97D-5ED4109B6EB1}" srcId="{2EE88B1D-F5AF-419C-95A4-82EFA9947CA1}" destId="{2D15D7A3-D5B4-4770-8567-A584B3600B7C}" srcOrd="2" destOrd="0" parTransId="{C6A9929D-77B1-46D7-94D5-D51DA4E7B7EC}" sibTransId="{D043F82A-44BA-4459-A6B4-02C77FA3730B}"/>
    <dgm:cxn modelId="{DE8AE9AA-FFF9-4EA4-8A25-0FF884FF14D7}" type="presOf" srcId="{000A9EB4-C698-42FB-A87B-0C35E34ED04D}" destId="{4E78697A-B183-48F8-B091-0D5A6D2BC6FE}" srcOrd="0" destOrd="0" presId="urn:microsoft.com/office/officeart/2005/8/layout/default"/>
    <dgm:cxn modelId="{8A701EC1-8C8E-4B80-B9D5-E91EFE2335D2}" srcId="{2EE88B1D-F5AF-419C-95A4-82EFA9947CA1}" destId="{16419F67-39D6-450E-86BE-73A96239A6BD}" srcOrd="3" destOrd="0" parTransId="{C27817FD-64AA-4A3C-9CBB-BECD4AC7CF8F}" sibTransId="{0B3907D2-15A1-4BE5-B2E0-1AE07BA5E317}"/>
    <dgm:cxn modelId="{FD9FDEC2-C679-4705-A948-4259F5A530D1}" srcId="{2EE88B1D-F5AF-419C-95A4-82EFA9947CA1}" destId="{000A9EB4-C698-42FB-A87B-0C35E34ED04D}" srcOrd="4" destOrd="0" parTransId="{10EA0EF2-AAC9-4A4E-87AA-BE584C87EAE0}" sibTransId="{31C26490-F910-4AFA-B0CA-6B94F500E388}"/>
    <dgm:cxn modelId="{EE8A9819-B958-4D35-A555-1D6E5246B93B}" type="presParOf" srcId="{E16DA601-EA0A-46DC-ABA8-0CD8882B06EE}" destId="{57AC348E-46AB-41DC-911F-702DC0338D8B}" srcOrd="0" destOrd="0" presId="urn:microsoft.com/office/officeart/2005/8/layout/default"/>
    <dgm:cxn modelId="{577E54B1-F51C-4600-9309-75F847A59EB7}" type="presParOf" srcId="{E16DA601-EA0A-46DC-ABA8-0CD8882B06EE}" destId="{C78AAA3A-E66F-42DE-8093-C5B60F2A0F5D}" srcOrd="1" destOrd="0" presId="urn:microsoft.com/office/officeart/2005/8/layout/default"/>
    <dgm:cxn modelId="{B5E81090-AD26-4D4A-8273-77ADBBBFBA4D}" type="presParOf" srcId="{E16DA601-EA0A-46DC-ABA8-0CD8882B06EE}" destId="{0BA8E28E-FEA5-4316-8843-144ED8D06EBE}" srcOrd="2" destOrd="0" presId="urn:microsoft.com/office/officeart/2005/8/layout/default"/>
    <dgm:cxn modelId="{FCDEC484-84AE-49DD-9338-9A97D78FE581}" type="presParOf" srcId="{E16DA601-EA0A-46DC-ABA8-0CD8882B06EE}" destId="{E8B940F9-24E9-434A-8257-F4F90B03BC7F}" srcOrd="3" destOrd="0" presId="urn:microsoft.com/office/officeart/2005/8/layout/default"/>
    <dgm:cxn modelId="{BBC314AF-270F-4586-A4E8-7E1F4DAD5783}" type="presParOf" srcId="{E16DA601-EA0A-46DC-ABA8-0CD8882B06EE}" destId="{6E54FFD9-BD7C-44CD-94F9-AD4B19FBCC1A}" srcOrd="4" destOrd="0" presId="urn:microsoft.com/office/officeart/2005/8/layout/default"/>
    <dgm:cxn modelId="{514C4CA1-93D2-40D2-9AD5-9C0DE8959C5F}" type="presParOf" srcId="{E16DA601-EA0A-46DC-ABA8-0CD8882B06EE}" destId="{039C5BCD-9A68-48D2-8D0C-ED849B3543F7}" srcOrd="5" destOrd="0" presId="urn:microsoft.com/office/officeart/2005/8/layout/default"/>
    <dgm:cxn modelId="{8D1700E5-C94B-4E3A-9133-FE2441DE27DD}" type="presParOf" srcId="{E16DA601-EA0A-46DC-ABA8-0CD8882B06EE}" destId="{077EC147-16E7-42A8-BA7F-74B2E38CD1D4}" srcOrd="6" destOrd="0" presId="urn:microsoft.com/office/officeart/2005/8/layout/default"/>
    <dgm:cxn modelId="{E8FE0452-4FD7-4743-80B7-D686B2E40EFF}" type="presParOf" srcId="{E16DA601-EA0A-46DC-ABA8-0CD8882B06EE}" destId="{336F8E79-19F4-45E8-ADC0-2CDC1FF1A45F}" srcOrd="7" destOrd="0" presId="urn:microsoft.com/office/officeart/2005/8/layout/default"/>
    <dgm:cxn modelId="{EE6C61A7-AE80-4700-80C5-64ACD412A32B}" type="presParOf" srcId="{E16DA601-EA0A-46DC-ABA8-0CD8882B06EE}" destId="{4E78697A-B183-48F8-B091-0D5A6D2BC6F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E5A7A21-4590-4F65-BD9E-601B0C5C5EE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B0F4A3-F947-4374-B154-369BFF3989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Early in design → short, text-based scenarios for exploring ideas.</a:t>
          </a:r>
        </a:p>
      </dgm:t>
    </dgm:pt>
    <dgm:pt modelId="{3E61D89D-F20C-41B2-9985-1CCD141EDCFE}" type="parTrans" cxnId="{091E8B9E-98F7-40B7-94A1-202F383D500F}">
      <dgm:prSet/>
      <dgm:spPr/>
      <dgm:t>
        <a:bodyPr/>
        <a:lstStyle/>
        <a:p>
          <a:endParaRPr lang="en-US"/>
        </a:p>
      </dgm:t>
    </dgm:pt>
    <dgm:pt modelId="{F6C8AAC4-81E0-421E-8F74-C4C212C90729}" type="sibTrans" cxnId="{091E8B9E-98F7-40B7-94A1-202F383D500F}">
      <dgm:prSet/>
      <dgm:spPr/>
      <dgm:t>
        <a:bodyPr/>
        <a:lstStyle/>
        <a:p>
          <a:endParaRPr lang="en-US"/>
        </a:p>
      </dgm:t>
    </dgm:pt>
    <dgm:pt modelId="{043C4C99-F909-4D99-B1FA-8E6BA4F0547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Later in design → detailed scenarios for refining and communicating requirements.</a:t>
          </a:r>
        </a:p>
      </dgm:t>
    </dgm:pt>
    <dgm:pt modelId="{0E60F080-2C57-49CF-BA43-54B9A97B603C}" type="parTrans" cxnId="{2A92E1F3-1581-4519-AFA0-1E306F48B074}">
      <dgm:prSet/>
      <dgm:spPr/>
      <dgm:t>
        <a:bodyPr/>
        <a:lstStyle/>
        <a:p>
          <a:endParaRPr lang="en-US"/>
        </a:p>
      </dgm:t>
    </dgm:pt>
    <dgm:pt modelId="{4F840DD5-D7B4-47D6-AF3D-46420B122BCD}" type="sibTrans" cxnId="{2A92E1F3-1581-4519-AFA0-1E306F48B074}">
      <dgm:prSet/>
      <dgm:spPr/>
      <dgm:t>
        <a:bodyPr/>
        <a:lstStyle/>
        <a:p>
          <a:endParaRPr lang="en-US"/>
        </a:p>
      </dgm:t>
    </dgm:pt>
    <dgm:pt modelId="{10E92B9C-128A-4124-A443-1930F2DFE9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Balance depends on project stage and goals.</a:t>
          </a:r>
        </a:p>
      </dgm:t>
    </dgm:pt>
    <dgm:pt modelId="{5597F599-F473-47E4-86DA-551806D8028C}" type="parTrans" cxnId="{9174CFC7-F0D7-4272-B925-508E692A44E2}">
      <dgm:prSet/>
      <dgm:spPr/>
      <dgm:t>
        <a:bodyPr/>
        <a:lstStyle/>
        <a:p>
          <a:endParaRPr lang="en-US"/>
        </a:p>
      </dgm:t>
    </dgm:pt>
    <dgm:pt modelId="{3301B237-57F3-45C6-B2E3-0C1E67C41A20}" type="sibTrans" cxnId="{9174CFC7-F0D7-4272-B925-508E692A44E2}">
      <dgm:prSet/>
      <dgm:spPr/>
      <dgm:t>
        <a:bodyPr/>
        <a:lstStyle/>
        <a:p>
          <a:endParaRPr lang="en-US"/>
        </a:p>
      </dgm:t>
    </dgm:pt>
    <dgm:pt modelId="{26162E43-50B5-4BB8-910A-63C1ABF540C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More detail = better for stakeholder communication.</a:t>
          </a:r>
        </a:p>
      </dgm:t>
    </dgm:pt>
    <dgm:pt modelId="{14C12500-3D6F-49B4-BC32-209DFC95B723}" type="parTrans" cxnId="{CB3EF086-F978-49B3-9FF8-396F11AB08CA}">
      <dgm:prSet/>
      <dgm:spPr/>
      <dgm:t>
        <a:bodyPr/>
        <a:lstStyle/>
        <a:p>
          <a:endParaRPr lang="en-US"/>
        </a:p>
      </dgm:t>
    </dgm:pt>
    <dgm:pt modelId="{4F5BDF6B-AC7C-4321-B680-1AA2A93C0CDA}" type="sibTrans" cxnId="{CB3EF086-F978-49B3-9FF8-396F11AB08CA}">
      <dgm:prSet/>
      <dgm:spPr/>
      <dgm:t>
        <a:bodyPr/>
        <a:lstStyle/>
        <a:p>
          <a:endParaRPr lang="en-US"/>
        </a:p>
      </dgm:t>
    </dgm:pt>
    <dgm:pt modelId="{E418F3CB-2075-4CC4-AA00-48BDCE774B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Abstract scenarios = better for early ideation.</a:t>
          </a:r>
        </a:p>
      </dgm:t>
    </dgm:pt>
    <dgm:pt modelId="{B6F57699-DF1A-41E1-8A63-AEBD3CDC8E1D}" type="parTrans" cxnId="{482971D8-0AC4-4706-A102-C134EBE1FB7D}">
      <dgm:prSet/>
      <dgm:spPr/>
      <dgm:t>
        <a:bodyPr/>
        <a:lstStyle/>
        <a:p>
          <a:endParaRPr lang="en-US"/>
        </a:p>
      </dgm:t>
    </dgm:pt>
    <dgm:pt modelId="{A3042C9D-69DE-41A9-8D09-DEBA6E6A035E}" type="sibTrans" cxnId="{482971D8-0AC4-4706-A102-C134EBE1FB7D}">
      <dgm:prSet/>
      <dgm:spPr/>
      <dgm:t>
        <a:bodyPr/>
        <a:lstStyle/>
        <a:p>
          <a:endParaRPr lang="en-US"/>
        </a:p>
      </dgm:t>
    </dgm:pt>
    <dgm:pt modelId="{1C877E42-6832-4155-AD27-310475B11306}" type="pres">
      <dgm:prSet presAssocID="{4E5A7A21-4590-4F65-BD9E-601B0C5C5EE3}" presName="root" presStyleCnt="0">
        <dgm:presLayoutVars>
          <dgm:dir/>
          <dgm:resizeHandles val="exact"/>
        </dgm:presLayoutVars>
      </dgm:prSet>
      <dgm:spPr/>
    </dgm:pt>
    <dgm:pt modelId="{B0E01E63-8A66-47B6-B1A5-31779D2A02FC}" type="pres">
      <dgm:prSet presAssocID="{FEB0F4A3-F947-4374-B154-369BFF39898C}" presName="compNode" presStyleCnt="0"/>
      <dgm:spPr/>
    </dgm:pt>
    <dgm:pt modelId="{74C02B43-9BF5-44EF-A68C-0F35A18279C4}" type="pres">
      <dgm:prSet presAssocID="{FEB0F4A3-F947-4374-B154-369BFF39898C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A7EB88B-B77B-4EDC-825C-3278D2D4932C}" type="pres">
      <dgm:prSet presAssocID="{FEB0F4A3-F947-4374-B154-369BFF39898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FCFE36C-722F-458D-BF7B-05BABEB3EAE1}" type="pres">
      <dgm:prSet presAssocID="{FEB0F4A3-F947-4374-B154-369BFF39898C}" presName="spaceRect" presStyleCnt="0"/>
      <dgm:spPr/>
    </dgm:pt>
    <dgm:pt modelId="{BCDBF6EE-4C20-4C30-8D03-B7088F4089AD}" type="pres">
      <dgm:prSet presAssocID="{FEB0F4A3-F947-4374-B154-369BFF39898C}" presName="textRect" presStyleLbl="revTx" presStyleIdx="0" presStyleCnt="5">
        <dgm:presLayoutVars>
          <dgm:chMax val="1"/>
          <dgm:chPref val="1"/>
        </dgm:presLayoutVars>
      </dgm:prSet>
      <dgm:spPr/>
    </dgm:pt>
    <dgm:pt modelId="{87E3E4C1-3F03-4CB7-86AF-D9C115E63BC0}" type="pres">
      <dgm:prSet presAssocID="{F6C8AAC4-81E0-421E-8F74-C4C212C90729}" presName="sibTrans" presStyleCnt="0"/>
      <dgm:spPr/>
    </dgm:pt>
    <dgm:pt modelId="{60D0DB0A-8E3B-445F-93A4-28A27926676D}" type="pres">
      <dgm:prSet presAssocID="{043C4C99-F909-4D99-B1FA-8E6BA4F0547F}" presName="compNode" presStyleCnt="0"/>
      <dgm:spPr/>
    </dgm:pt>
    <dgm:pt modelId="{B6E2FB0D-0559-4C8B-A7F5-8AB3E99EB69D}" type="pres">
      <dgm:prSet presAssocID="{043C4C99-F909-4D99-B1FA-8E6BA4F0547F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DC4035B-A0CE-4D59-8F51-2B9FECE3BF56}" type="pres">
      <dgm:prSet presAssocID="{043C4C99-F909-4D99-B1FA-8E6BA4F0547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72959DF-1E36-4172-8C90-5885414501E2}" type="pres">
      <dgm:prSet presAssocID="{043C4C99-F909-4D99-B1FA-8E6BA4F0547F}" presName="spaceRect" presStyleCnt="0"/>
      <dgm:spPr/>
    </dgm:pt>
    <dgm:pt modelId="{3906D4C2-81E2-4BEC-8221-4BBA5900591D}" type="pres">
      <dgm:prSet presAssocID="{043C4C99-F909-4D99-B1FA-8E6BA4F0547F}" presName="textRect" presStyleLbl="revTx" presStyleIdx="1" presStyleCnt="5">
        <dgm:presLayoutVars>
          <dgm:chMax val="1"/>
          <dgm:chPref val="1"/>
        </dgm:presLayoutVars>
      </dgm:prSet>
      <dgm:spPr/>
    </dgm:pt>
    <dgm:pt modelId="{72097209-48ED-4C3E-BB5E-E1CC0B74E43C}" type="pres">
      <dgm:prSet presAssocID="{4F840DD5-D7B4-47D6-AF3D-46420B122BCD}" presName="sibTrans" presStyleCnt="0"/>
      <dgm:spPr/>
    </dgm:pt>
    <dgm:pt modelId="{F5D17891-C453-4F3F-B451-80B501A6F3A8}" type="pres">
      <dgm:prSet presAssocID="{10E92B9C-128A-4124-A443-1930F2DFE9AA}" presName="compNode" presStyleCnt="0"/>
      <dgm:spPr/>
    </dgm:pt>
    <dgm:pt modelId="{7EEAB67D-3BAB-4286-AE0E-959D4F3E922B}" type="pres">
      <dgm:prSet presAssocID="{10E92B9C-128A-4124-A443-1930F2DFE9AA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DD0FACE-5EE9-4E01-BFFC-53ADA3EFCBD6}" type="pres">
      <dgm:prSet presAssocID="{10E92B9C-128A-4124-A443-1930F2DFE9A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CC9E1FA-4464-4F84-AE01-90BB6B0FAF9D}" type="pres">
      <dgm:prSet presAssocID="{10E92B9C-128A-4124-A443-1930F2DFE9AA}" presName="spaceRect" presStyleCnt="0"/>
      <dgm:spPr/>
    </dgm:pt>
    <dgm:pt modelId="{2BBDBF49-FB8F-4292-B865-816148FBAE6F}" type="pres">
      <dgm:prSet presAssocID="{10E92B9C-128A-4124-A443-1930F2DFE9AA}" presName="textRect" presStyleLbl="revTx" presStyleIdx="2" presStyleCnt="5">
        <dgm:presLayoutVars>
          <dgm:chMax val="1"/>
          <dgm:chPref val="1"/>
        </dgm:presLayoutVars>
      </dgm:prSet>
      <dgm:spPr/>
    </dgm:pt>
    <dgm:pt modelId="{D3001391-A141-45D1-AED7-8D33ED014CB1}" type="pres">
      <dgm:prSet presAssocID="{3301B237-57F3-45C6-B2E3-0C1E67C41A20}" presName="sibTrans" presStyleCnt="0"/>
      <dgm:spPr/>
    </dgm:pt>
    <dgm:pt modelId="{B4143DAF-F810-4D24-ACBD-ED702D2466F6}" type="pres">
      <dgm:prSet presAssocID="{26162E43-50B5-4BB8-910A-63C1ABF540C1}" presName="compNode" presStyleCnt="0"/>
      <dgm:spPr/>
    </dgm:pt>
    <dgm:pt modelId="{ACF57077-A202-47B6-B455-375D6AC52013}" type="pres">
      <dgm:prSet presAssocID="{26162E43-50B5-4BB8-910A-63C1ABF540C1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CCB16AF-41D5-4D38-9801-721CA11C428B}" type="pres">
      <dgm:prSet presAssocID="{26162E43-50B5-4BB8-910A-63C1ABF540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A7A7590-37CC-432D-AC45-11DCE0164F63}" type="pres">
      <dgm:prSet presAssocID="{26162E43-50B5-4BB8-910A-63C1ABF540C1}" presName="spaceRect" presStyleCnt="0"/>
      <dgm:spPr/>
    </dgm:pt>
    <dgm:pt modelId="{87BC8DD3-9C2E-4D1E-9D4E-B1DD5126C58D}" type="pres">
      <dgm:prSet presAssocID="{26162E43-50B5-4BB8-910A-63C1ABF540C1}" presName="textRect" presStyleLbl="revTx" presStyleIdx="3" presStyleCnt="5">
        <dgm:presLayoutVars>
          <dgm:chMax val="1"/>
          <dgm:chPref val="1"/>
        </dgm:presLayoutVars>
      </dgm:prSet>
      <dgm:spPr/>
    </dgm:pt>
    <dgm:pt modelId="{EF151A41-4B20-43D2-9E08-B164E5978948}" type="pres">
      <dgm:prSet presAssocID="{4F5BDF6B-AC7C-4321-B680-1AA2A93C0CDA}" presName="sibTrans" presStyleCnt="0"/>
      <dgm:spPr/>
    </dgm:pt>
    <dgm:pt modelId="{C686AB90-A495-445F-BE6D-5A8AC6B3C869}" type="pres">
      <dgm:prSet presAssocID="{E418F3CB-2075-4CC4-AA00-48BDCE774B16}" presName="compNode" presStyleCnt="0"/>
      <dgm:spPr/>
    </dgm:pt>
    <dgm:pt modelId="{E7A5C61E-04C4-4D3D-A007-09CDC4C70DEE}" type="pres">
      <dgm:prSet presAssocID="{E418F3CB-2075-4CC4-AA00-48BDCE774B16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DDAD708-A270-4966-884B-8B7E5FEF1AD3}" type="pres">
      <dgm:prSet presAssocID="{E418F3CB-2075-4CC4-AA00-48BDCE774B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617CE65-4D14-4174-B72C-CDA4CA210E43}" type="pres">
      <dgm:prSet presAssocID="{E418F3CB-2075-4CC4-AA00-48BDCE774B16}" presName="spaceRect" presStyleCnt="0"/>
      <dgm:spPr/>
    </dgm:pt>
    <dgm:pt modelId="{D66996B5-9571-4231-9205-8F33C3FCDE70}" type="pres">
      <dgm:prSet presAssocID="{E418F3CB-2075-4CC4-AA00-48BDCE774B1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34A2A26-B1BF-462B-9DEB-C2996A09AB47}" type="presOf" srcId="{043C4C99-F909-4D99-B1FA-8E6BA4F0547F}" destId="{3906D4C2-81E2-4BEC-8221-4BBA5900591D}" srcOrd="0" destOrd="0" presId="urn:microsoft.com/office/officeart/2018/5/layout/IconLeafLabelList"/>
    <dgm:cxn modelId="{80E6D028-5AB1-415A-B4B6-3895EB4E1C0B}" type="presOf" srcId="{4E5A7A21-4590-4F65-BD9E-601B0C5C5EE3}" destId="{1C877E42-6832-4155-AD27-310475B11306}" srcOrd="0" destOrd="0" presId="urn:microsoft.com/office/officeart/2018/5/layout/IconLeafLabelList"/>
    <dgm:cxn modelId="{0C77E632-D325-4AD6-A49C-F4B0AAF445DC}" type="presOf" srcId="{FEB0F4A3-F947-4374-B154-369BFF39898C}" destId="{BCDBF6EE-4C20-4C30-8D03-B7088F4089AD}" srcOrd="0" destOrd="0" presId="urn:microsoft.com/office/officeart/2018/5/layout/IconLeafLabelList"/>
    <dgm:cxn modelId="{0A13E56F-89CD-4F44-81FA-78EE9C30FA45}" type="presOf" srcId="{10E92B9C-128A-4124-A443-1930F2DFE9AA}" destId="{2BBDBF49-FB8F-4292-B865-816148FBAE6F}" srcOrd="0" destOrd="0" presId="urn:microsoft.com/office/officeart/2018/5/layout/IconLeafLabelList"/>
    <dgm:cxn modelId="{CB3EF086-F978-49B3-9FF8-396F11AB08CA}" srcId="{4E5A7A21-4590-4F65-BD9E-601B0C5C5EE3}" destId="{26162E43-50B5-4BB8-910A-63C1ABF540C1}" srcOrd="3" destOrd="0" parTransId="{14C12500-3D6F-49B4-BC32-209DFC95B723}" sibTransId="{4F5BDF6B-AC7C-4321-B680-1AA2A93C0CDA}"/>
    <dgm:cxn modelId="{091E8B9E-98F7-40B7-94A1-202F383D500F}" srcId="{4E5A7A21-4590-4F65-BD9E-601B0C5C5EE3}" destId="{FEB0F4A3-F947-4374-B154-369BFF39898C}" srcOrd="0" destOrd="0" parTransId="{3E61D89D-F20C-41B2-9985-1CCD141EDCFE}" sibTransId="{F6C8AAC4-81E0-421E-8F74-C4C212C90729}"/>
    <dgm:cxn modelId="{9174CFC7-F0D7-4272-B925-508E692A44E2}" srcId="{4E5A7A21-4590-4F65-BD9E-601B0C5C5EE3}" destId="{10E92B9C-128A-4124-A443-1930F2DFE9AA}" srcOrd="2" destOrd="0" parTransId="{5597F599-F473-47E4-86DA-551806D8028C}" sibTransId="{3301B237-57F3-45C6-B2E3-0C1E67C41A20}"/>
    <dgm:cxn modelId="{482971D8-0AC4-4706-A102-C134EBE1FB7D}" srcId="{4E5A7A21-4590-4F65-BD9E-601B0C5C5EE3}" destId="{E418F3CB-2075-4CC4-AA00-48BDCE774B16}" srcOrd="4" destOrd="0" parTransId="{B6F57699-DF1A-41E1-8A63-AEBD3CDC8E1D}" sibTransId="{A3042C9D-69DE-41A9-8D09-DEBA6E6A035E}"/>
    <dgm:cxn modelId="{D8D0F1DC-14F6-4791-8700-9BE51855C559}" type="presOf" srcId="{26162E43-50B5-4BB8-910A-63C1ABF540C1}" destId="{87BC8DD3-9C2E-4D1E-9D4E-B1DD5126C58D}" srcOrd="0" destOrd="0" presId="urn:microsoft.com/office/officeart/2018/5/layout/IconLeafLabelList"/>
    <dgm:cxn modelId="{245A78E4-F230-4239-B25B-25ED301E8122}" type="presOf" srcId="{E418F3CB-2075-4CC4-AA00-48BDCE774B16}" destId="{D66996B5-9571-4231-9205-8F33C3FCDE70}" srcOrd="0" destOrd="0" presId="urn:microsoft.com/office/officeart/2018/5/layout/IconLeafLabelList"/>
    <dgm:cxn modelId="{2A92E1F3-1581-4519-AFA0-1E306F48B074}" srcId="{4E5A7A21-4590-4F65-BD9E-601B0C5C5EE3}" destId="{043C4C99-F909-4D99-B1FA-8E6BA4F0547F}" srcOrd="1" destOrd="0" parTransId="{0E60F080-2C57-49CF-BA43-54B9A97B603C}" sibTransId="{4F840DD5-D7B4-47D6-AF3D-46420B122BCD}"/>
    <dgm:cxn modelId="{686F8259-77B7-466B-B443-626EF35C4B69}" type="presParOf" srcId="{1C877E42-6832-4155-AD27-310475B11306}" destId="{B0E01E63-8A66-47B6-B1A5-31779D2A02FC}" srcOrd="0" destOrd="0" presId="urn:microsoft.com/office/officeart/2018/5/layout/IconLeafLabelList"/>
    <dgm:cxn modelId="{42A4C335-1FBE-476F-B8CF-4005A6041B52}" type="presParOf" srcId="{B0E01E63-8A66-47B6-B1A5-31779D2A02FC}" destId="{74C02B43-9BF5-44EF-A68C-0F35A18279C4}" srcOrd="0" destOrd="0" presId="urn:microsoft.com/office/officeart/2018/5/layout/IconLeafLabelList"/>
    <dgm:cxn modelId="{2B3B9E8F-5C8B-4A17-B04D-82A602F4C479}" type="presParOf" srcId="{B0E01E63-8A66-47B6-B1A5-31779D2A02FC}" destId="{EA7EB88B-B77B-4EDC-825C-3278D2D4932C}" srcOrd="1" destOrd="0" presId="urn:microsoft.com/office/officeart/2018/5/layout/IconLeafLabelList"/>
    <dgm:cxn modelId="{997F23FF-8D11-4DE6-807E-263A8169B198}" type="presParOf" srcId="{B0E01E63-8A66-47B6-B1A5-31779D2A02FC}" destId="{BFCFE36C-722F-458D-BF7B-05BABEB3EAE1}" srcOrd="2" destOrd="0" presId="urn:microsoft.com/office/officeart/2018/5/layout/IconLeafLabelList"/>
    <dgm:cxn modelId="{C92A2F24-26F7-4372-935A-89A244546697}" type="presParOf" srcId="{B0E01E63-8A66-47B6-B1A5-31779D2A02FC}" destId="{BCDBF6EE-4C20-4C30-8D03-B7088F4089AD}" srcOrd="3" destOrd="0" presId="urn:microsoft.com/office/officeart/2018/5/layout/IconLeafLabelList"/>
    <dgm:cxn modelId="{D6E132B2-946D-48CC-BA2C-6515B91BA7D3}" type="presParOf" srcId="{1C877E42-6832-4155-AD27-310475B11306}" destId="{87E3E4C1-3F03-4CB7-86AF-D9C115E63BC0}" srcOrd="1" destOrd="0" presId="urn:microsoft.com/office/officeart/2018/5/layout/IconLeafLabelList"/>
    <dgm:cxn modelId="{C3C7424B-5C61-47BF-A951-C7B9DAF8E0DB}" type="presParOf" srcId="{1C877E42-6832-4155-AD27-310475B11306}" destId="{60D0DB0A-8E3B-445F-93A4-28A27926676D}" srcOrd="2" destOrd="0" presId="urn:microsoft.com/office/officeart/2018/5/layout/IconLeafLabelList"/>
    <dgm:cxn modelId="{0A34E5CE-1FB0-426B-9F65-F502090CC8EF}" type="presParOf" srcId="{60D0DB0A-8E3B-445F-93A4-28A27926676D}" destId="{B6E2FB0D-0559-4C8B-A7F5-8AB3E99EB69D}" srcOrd="0" destOrd="0" presId="urn:microsoft.com/office/officeart/2018/5/layout/IconLeafLabelList"/>
    <dgm:cxn modelId="{1B459A06-3B6E-4537-A14E-7239E5119F02}" type="presParOf" srcId="{60D0DB0A-8E3B-445F-93A4-28A27926676D}" destId="{BDC4035B-A0CE-4D59-8F51-2B9FECE3BF56}" srcOrd="1" destOrd="0" presId="urn:microsoft.com/office/officeart/2018/5/layout/IconLeafLabelList"/>
    <dgm:cxn modelId="{99092858-62AC-4DBD-B1C5-0D608D45FE67}" type="presParOf" srcId="{60D0DB0A-8E3B-445F-93A4-28A27926676D}" destId="{272959DF-1E36-4172-8C90-5885414501E2}" srcOrd="2" destOrd="0" presId="urn:microsoft.com/office/officeart/2018/5/layout/IconLeafLabelList"/>
    <dgm:cxn modelId="{5B2468BE-F066-413F-9661-349D81FC92F7}" type="presParOf" srcId="{60D0DB0A-8E3B-445F-93A4-28A27926676D}" destId="{3906D4C2-81E2-4BEC-8221-4BBA5900591D}" srcOrd="3" destOrd="0" presId="urn:microsoft.com/office/officeart/2018/5/layout/IconLeafLabelList"/>
    <dgm:cxn modelId="{336E2DD8-C17D-4964-9CD1-623508AD0D80}" type="presParOf" srcId="{1C877E42-6832-4155-AD27-310475B11306}" destId="{72097209-48ED-4C3E-BB5E-E1CC0B74E43C}" srcOrd="3" destOrd="0" presId="urn:microsoft.com/office/officeart/2018/5/layout/IconLeafLabelList"/>
    <dgm:cxn modelId="{DC995412-F16B-47EA-860A-F9FBB4361014}" type="presParOf" srcId="{1C877E42-6832-4155-AD27-310475B11306}" destId="{F5D17891-C453-4F3F-B451-80B501A6F3A8}" srcOrd="4" destOrd="0" presId="urn:microsoft.com/office/officeart/2018/5/layout/IconLeafLabelList"/>
    <dgm:cxn modelId="{961B0677-F392-44FA-8345-DA257114D6B3}" type="presParOf" srcId="{F5D17891-C453-4F3F-B451-80B501A6F3A8}" destId="{7EEAB67D-3BAB-4286-AE0E-959D4F3E922B}" srcOrd="0" destOrd="0" presId="urn:microsoft.com/office/officeart/2018/5/layout/IconLeafLabelList"/>
    <dgm:cxn modelId="{CD2CE97D-161F-4774-BEA1-D3CD765A2E32}" type="presParOf" srcId="{F5D17891-C453-4F3F-B451-80B501A6F3A8}" destId="{9DD0FACE-5EE9-4E01-BFFC-53ADA3EFCBD6}" srcOrd="1" destOrd="0" presId="urn:microsoft.com/office/officeart/2018/5/layout/IconLeafLabelList"/>
    <dgm:cxn modelId="{A1BEB4BF-8532-4624-A182-B703BF8073E8}" type="presParOf" srcId="{F5D17891-C453-4F3F-B451-80B501A6F3A8}" destId="{5CC9E1FA-4464-4F84-AE01-90BB6B0FAF9D}" srcOrd="2" destOrd="0" presId="urn:microsoft.com/office/officeart/2018/5/layout/IconLeafLabelList"/>
    <dgm:cxn modelId="{A9B80289-DA2B-449E-B1F4-020337AB8C16}" type="presParOf" srcId="{F5D17891-C453-4F3F-B451-80B501A6F3A8}" destId="{2BBDBF49-FB8F-4292-B865-816148FBAE6F}" srcOrd="3" destOrd="0" presId="urn:microsoft.com/office/officeart/2018/5/layout/IconLeafLabelList"/>
    <dgm:cxn modelId="{24D1DD91-959E-4AAC-B963-ADEC48AF071E}" type="presParOf" srcId="{1C877E42-6832-4155-AD27-310475B11306}" destId="{D3001391-A141-45D1-AED7-8D33ED014CB1}" srcOrd="5" destOrd="0" presId="urn:microsoft.com/office/officeart/2018/5/layout/IconLeafLabelList"/>
    <dgm:cxn modelId="{729E757F-07DC-4404-99BC-48FEE86F763C}" type="presParOf" srcId="{1C877E42-6832-4155-AD27-310475B11306}" destId="{B4143DAF-F810-4D24-ACBD-ED702D2466F6}" srcOrd="6" destOrd="0" presId="urn:microsoft.com/office/officeart/2018/5/layout/IconLeafLabelList"/>
    <dgm:cxn modelId="{79ED7D46-00B7-49D3-A773-7FAF397D0605}" type="presParOf" srcId="{B4143DAF-F810-4D24-ACBD-ED702D2466F6}" destId="{ACF57077-A202-47B6-B455-375D6AC52013}" srcOrd="0" destOrd="0" presId="urn:microsoft.com/office/officeart/2018/5/layout/IconLeafLabelList"/>
    <dgm:cxn modelId="{5B4E5349-233E-44E5-BD9B-2CAC90BDB992}" type="presParOf" srcId="{B4143DAF-F810-4D24-ACBD-ED702D2466F6}" destId="{6CCB16AF-41D5-4D38-9801-721CA11C428B}" srcOrd="1" destOrd="0" presId="urn:microsoft.com/office/officeart/2018/5/layout/IconLeafLabelList"/>
    <dgm:cxn modelId="{3B45B40E-E059-4DEE-8D93-E47B3D84BA9B}" type="presParOf" srcId="{B4143DAF-F810-4D24-ACBD-ED702D2466F6}" destId="{9A7A7590-37CC-432D-AC45-11DCE0164F63}" srcOrd="2" destOrd="0" presId="urn:microsoft.com/office/officeart/2018/5/layout/IconLeafLabelList"/>
    <dgm:cxn modelId="{A11DA7E5-C82A-46D2-917F-343C78CF3A7A}" type="presParOf" srcId="{B4143DAF-F810-4D24-ACBD-ED702D2466F6}" destId="{87BC8DD3-9C2E-4D1E-9D4E-B1DD5126C58D}" srcOrd="3" destOrd="0" presId="urn:microsoft.com/office/officeart/2018/5/layout/IconLeafLabelList"/>
    <dgm:cxn modelId="{BAAE5822-FEB5-4E0A-BD57-C8272E612B85}" type="presParOf" srcId="{1C877E42-6832-4155-AD27-310475B11306}" destId="{EF151A41-4B20-43D2-9E08-B164E5978948}" srcOrd="7" destOrd="0" presId="urn:microsoft.com/office/officeart/2018/5/layout/IconLeafLabelList"/>
    <dgm:cxn modelId="{6512AA83-5A08-4685-94C7-67C3C73F37C8}" type="presParOf" srcId="{1C877E42-6832-4155-AD27-310475B11306}" destId="{C686AB90-A495-445F-BE6D-5A8AC6B3C869}" srcOrd="8" destOrd="0" presId="urn:microsoft.com/office/officeart/2018/5/layout/IconLeafLabelList"/>
    <dgm:cxn modelId="{0D6795B3-6454-4135-9CC5-982DDACD9A34}" type="presParOf" srcId="{C686AB90-A495-445F-BE6D-5A8AC6B3C869}" destId="{E7A5C61E-04C4-4D3D-A007-09CDC4C70DEE}" srcOrd="0" destOrd="0" presId="urn:microsoft.com/office/officeart/2018/5/layout/IconLeafLabelList"/>
    <dgm:cxn modelId="{D82D9CDE-4497-4E04-AFB3-A866184AAA02}" type="presParOf" srcId="{C686AB90-A495-445F-BE6D-5A8AC6B3C869}" destId="{7DDAD708-A270-4966-884B-8B7E5FEF1AD3}" srcOrd="1" destOrd="0" presId="urn:microsoft.com/office/officeart/2018/5/layout/IconLeafLabelList"/>
    <dgm:cxn modelId="{DC964AF8-83F4-4F6B-BB3A-3E29FF9C8AFF}" type="presParOf" srcId="{C686AB90-A495-445F-BE6D-5A8AC6B3C869}" destId="{6617CE65-4D14-4174-B72C-CDA4CA210E43}" srcOrd="2" destOrd="0" presId="urn:microsoft.com/office/officeart/2018/5/layout/IconLeafLabelList"/>
    <dgm:cxn modelId="{A0AAE79E-38CC-47BA-9182-FCA2BFC316AC}" type="presParOf" srcId="{C686AB90-A495-445F-BE6D-5A8AC6B3C869}" destId="{D66996B5-9571-4231-9205-8F33C3FCDE7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145E159-B631-44AF-B805-B93A3AAA494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8A31710-B01E-460F-8B93-747D2A20F5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Personas define who and why.</a:t>
          </a:r>
        </a:p>
      </dgm:t>
    </dgm:pt>
    <dgm:pt modelId="{C606F64E-B195-4C73-8B48-DD276F079937}" type="parTrans" cxnId="{3917980A-5DFF-4570-B2DD-FC3BD9DAF9DE}">
      <dgm:prSet/>
      <dgm:spPr/>
      <dgm:t>
        <a:bodyPr/>
        <a:lstStyle/>
        <a:p>
          <a:endParaRPr lang="en-US"/>
        </a:p>
      </dgm:t>
    </dgm:pt>
    <dgm:pt modelId="{C6F169AD-169B-40D1-85E0-C4F5DD727E40}" type="sibTrans" cxnId="{3917980A-5DFF-4570-B2DD-FC3BD9DAF9DE}">
      <dgm:prSet/>
      <dgm:spPr/>
      <dgm:t>
        <a:bodyPr/>
        <a:lstStyle/>
        <a:p>
          <a:endParaRPr lang="en-US"/>
        </a:p>
      </dgm:t>
    </dgm:pt>
    <dgm:pt modelId="{D05A33BC-31E8-4668-9F40-513DD9C75A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Scenarios define when, where, and how.</a:t>
          </a:r>
        </a:p>
      </dgm:t>
    </dgm:pt>
    <dgm:pt modelId="{B85FB88C-F8A4-4F6C-936E-DD18E50770DF}" type="parTrans" cxnId="{3F0224FC-E6F9-4F8B-B482-89A342803C1B}">
      <dgm:prSet/>
      <dgm:spPr/>
      <dgm:t>
        <a:bodyPr/>
        <a:lstStyle/>
        <a:p>
          <a:endParaRPr lang="en-US"/>
        </a:p>
      </dgm:t>
    </dgm:pt>
    <dgm:pt modelId="{1C7CAED2-C8A0-4567-A7B8-C335B8D6F7E7}" type="sibTrans" cxnId="{3F0224FC-E6F9-4F8B-B482-89A342803C1B}">
      <dgm:prSet/>
      <dgm:spPr/>
      <dgm:t>
        <a:bodyPr/>
        <a:lstStyle/>
        <a:p>
          <a:endParaRPr lang="en-US"/>
        </a:p>
      </dgm:t>
    </dgm:pt>
    <dgm:pt modelId="{85CCCC45-94E4-4CA1-9BCD-DEEC09ABEB0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Together they translate user goals into design requirements.</a:t>
          </a:r>
        </a:p>
      </dgm:t>
    </dgm:pt>
    <dgm:pt modelId="{AADA87D1-00A2-4E72-9334-FB5CBCA6BD23}" type="parTrans" cxnId="{21D28F31-872C-4141-B2B8-A9091A37E36C}">
      <dgm:prSet/>
      <dgm:spPr/>
      <dgm:t>
        <a:bodyPr/>
        <a:lstStyle/>
        <a:p>
          <a:endParaRPr lang="en-US"/>
        </a:p>
      </dgm:t>
    </dgm:pt>
    <dgm:pt modelId="{CF64DBE8-8D89-4BEC-9937-C68F3089FD9E}" type="sibTrans" cxnId="{21D28F31-872C-4141-B2B8-A9091A37E36C}">
      <dgm:prSet/>
      <dgm:spPr/>
      <dgm:t>
        <a:bodyPr/>
        <a:lstStyle/>
        <a:p>
          <a:endParaRPr lang="en-US"/>
        </a:p>
      </dgm:t>
    </dgm:pt>
    <dgm:pt modelId="{6EBE082B-C0F6-46B6-9022-A4F68DD7670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Strengthen empathy and understanding of real-world use.</a:t>
          </a:r>
        </a:p>
      </dgm:t>
    </dgm:pt>
    <dgm:pt modelId="{BFE4668C-B8CC-4191-8AE8-2DA6064CB8EF}" type="parTrans" cxnId="{3C4309AE-363F-4D6F-8A4B-549D0373F606}">
      <dgm:prSet/>
      <dgm:spPr/>
      <dgm:t>
        <a:bodyPr/>
        <a:lstStyle/>
        <a:p>
          <a:endParaRPr lang="en-US"/>
        </a:p>
      </dgm:t>
    </dgm:pt>
    <dgm:pt modelId="{0164BD49-E65E-4AC1-B8EC-89672173BD12}" type="sibTrans" cxnId="{3C4309AE-363F-4D6F-8A4B-549D0373F606}">
      <dgm:prSet/>
      <dgm:spPr/>
      <dgm:t>
        <a:bodyPr/>
        <a:lstStyle/>
        <a:p>
          <a:endParaRPr lang="en-US"/>
        </a:p>
      </dgm:t>
    </dgm:pt>
    <dgm:pt modelId="{B9B68E53-E149-43F9-A547-2785AFDF01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Guide design priorities and testing scenarios.</a:t>
          </a:r>
        </a:p>
      </dgm:t>
    </dgm:pt>
    <dgm:pt modelId="{8A85D18A-EFD9-42B8-A86D-445E6130FEE7}" type="parTrans" cxnId="{68874496-A450-48D8-BF3C-6C7455885EC7}">
      <dgm:prSet/>
      <dgm:spPr/>
      <dgm:t>
        <a:bodyPr/>
        <a:lstStyle/>
        <a:p>
          <a:endParaRPr lang="en-US"/>
        </a:p>
      </dgm:t>
    </dgm:pt>
    <dgm:pt modelId="{226167FE-88DA-42BE-869D-5DB35A623939}" type="sibTrans" cxnId="{68874496-A450-48D8-BF3C-6C7455885EC7}">
      <dgm:prSet/>
      <dgm:spPr/>
      <dgm:t>
        <a:bodyPr/>
        <a:lstStyle/>
        <a:p>
          <a:endParaRPr lang="en-US"/>
        </a:p>
      </dgm:t>
    </dgm:pt>
    <dgm:pt modelId="{021B4D8A-63BD-4E42-A7F7-CFAD81A719DD}" type="pres">
      <dgm:prSet presAssocID="{E145E159-B631-44AF-B805-B93A3AAA494C}" presName="root" presStyleCnt="0">
        <dgm:presLayoutVars>
          <dgm:dir/>
          <dgm:resizeHandles val="exact"/>
        </dgm:presLayoutVars>
      </dgm:prSet>
      <dgm:spPr/>
    </dgm:pt>
    <dgm:pt modelId="{34C3E93B-8519-432C-BC7C-FFDAE23B5F5F}" type="pres">
      <dgm:prSet presAssocID="{08A31710-B01E-460F-8B93-747D2A20F547}" presName="compNode" presStyleCnt="0"/>
      <dgm:spPr/>
    </dgm:pt>
    <dgm:pt modelId="{1E09A347-F583-41C7-8830-91A0C9F79D7B}" type="pres">
      <dgm:prSet presAssocID="{08A31710-B01E-460F-8B93-747D2A20F547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1FBD0C1-B9F4-4075-901C-6FE203E2A58B}" type="pres">
      <dgm:prSet presAssocID="{08A31710-B01E-460F-8B93-747D2A20F5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2A7EEFB-68C4-4E9D-9723-32BB7DD4C6B1}" type="pres">
      <dgm:prSet presAssocID="{08A31710-B01E-460F-8B93-747D2A20F547}" presName="spaceRect" presStyleCnt="0"/>
      <dgm:spPr/>
    </dgm:pt>
    <dgm:pt modelId="{A0ED814E-602D-4AEF-ABFF-4A7EC30865C9}" type="pres">
      <dgm:prSet presAssocID="{08A31710-B01E-460F-8B93-747D2A20F547}" presName="textRect" presStyleLbl="revTx" presStyleIdx="0" presStyleCnt="5">
        <dgm:presLayoutVars>
          <dgm:chMax val="1"/>
          <dgm:chPref val="1"/>
        </dgm:presLayoutVars>
      </dgm:prSet>
      <dgm:spPr/>
    </dgm:pt>
    <dgm:pt modelId="{8998B5E8-0B89-4D21-9307-AAECEE5280CA}" type="pres">
      <dgm:prSet presAssocID="{C6F169AD-169B-40D1-85E0-C4F5DD727E40}" presName="sibTrans" presStyleCnt="0"/>
      <dgm:spPr/>
    </dgm:pt>
    <dgm:pt modelId="{1493047D-4AC0-4147-B089-BF948F8E12B8}" type="pres">
      <dgm:prSet presAssocID="{D05A33BC-31E8-4668-9F40-513DD9C75A8F}" presName="compNode" presStyleCnt="0"/>
      <dgm:spPr/>
    </dgm:pt>
    <dgm:pt modelId="{E394070F-7F5F-4A16-8C13-733E69B8CF22}" type="pres">
      <dgm:prSet presAssocID="{D05A33BC-31E8-4668-9F40-513DD9C75A8F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501500A-A0A1-4328-B145-867AC55B4A91}" type="pres">
      <dgm:prSet presAssocID="{D05A33BC-31E8-4668-9F40-513DD9C75A8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2F2D07C-39B6-4B58-BA02-BDFDD9B26F05}" type="pres">
      <dgm:prSet presAssocID="{D05A33BC-31E8-4668-9F40-513DD9C75A8F}" presName="spaceRect" presStyleCnt="0"/>
      <dgm:spPr/>
    </dgm:pt>
    <dgm:pt modelId="{C474DED5-18CE-4BCB-BAC2-538A83F962C7}" type="pres">
      <dgm:prSet presAssocID="{D05A33BC-31E8-4668-9F40-513DD9C75A8F}" presName="textRect" presStyleLbl="revTx" presStyleIdx="1" presStyleCnt="5">
        <dgm:presLayoutVars>
          <dgm:chMax val="1"/>
          <dgm:chPref val="1"/>
        </dgm:presLayoutVars>
      </dgm:prSet>
      <dgm:spPr/>
    </dgm:pt>
    <dgm:pt modelId="{A1836CB9-3225-4560-8602-99CD11909C6E}" type="pres">
      <dgm:prSet presAssocID="{1C7CAED2-C8A0-4567-A7B8-C335B8D6F7E7}" presName="sibTrans" presStyleCnt="0"/>
      <dgm:spPr/>
    </dgm:pt>
    <dgm:pt modelId="{E2D1411A-3304-40FE-B4A6-C3F45CD596F4}" type="pres">
      <dgm:prSet presAssocID="{85CCCC45-94E4-4CA1-9BCD-DEEC09ABEB06}" presName="compNode" presStyleCnt="0"/>
      <dgm:spPr/>
    </dgm:pt>
    <dgm:pt modelId="{816368B6-B50B-4F5A-88C2-C6DF14757EC0}" type="pres">
      <dgm:prSet presAssocID="{85CCCC45-94E4-4CA1-9BCD-DEEC09ABEB0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6C87C67-9791-4070-9C5E-0FA811917982}" type="pres">
      <dgm:prSet presAssocID="{85CCCC45-94E4-4CA1-9BCD-DEEC09ABEB0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7411C03-1120-48DA-9027-01D8700005B6}" type="pres">
      <dgm:prSet presAssocID="{85CCCC45-94E4-4CA1-9BCD-DEEC09ABEB06}" presName="spaceRect" presStyleCnt="0"/>
      <dgm:spPr/>
    </dgm:pt>
    <dgm:pt modelId="{C52B2DEA-E5D9-4CE7-B318-590EDCE01871}" type="pres">
      <dgm:prSet presAssocID="{85CCCC45-94E4-4CA1-9BCD-DEEC09ABEB06}" presName="textRect" presStyleLbl="revTx" presStyleIdx="2" presStyleCnt="5">
        <dgm:presLayoutVars>
          <dgm:chMax val="1"/>
          <dgm:chPref val="1"/>
        </dgm:presLayoutVars>
      </dgm:prSet>
      <dgm:spPr/>
    </dgm:pt>
    <dgm:pt modelId="{C958F954-C707-46E3-8CD6-46CB8C4138B2}" type="pres">
      <dgm:prSet presAssocID="{CF64DBE8-8D89-4BEC-9937-C68F3089FD9E}" presName="sibTrans" presStyleCnt="0"/>
      <dgm:spPr/>
    </dgm:pt>
    <dgm:pt modelId="{90C5166E-16AC-4DFB-820C-37AEE0B6CA21}" type="pres">
      <dgm:prSet presAssocID="{6EBE082B-C0F6-46B6-9022-A4F68DD76700}" presName="compNode" presStyleCnt="0"/>
      <dgm:spPr/>
    </dgm:pt>
    <dgm:pt modelId="{6CC32994-2BC9-40B2-9D9D-9613D98F94DC}" type="pres">
      <dgm:prSet presAssocID="{6EBE082B-C0F6-46B6-9022-A4F68DD7670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A3A496A-8496-4315-8AC5-52171ABAF094}" type="pres">
      <dgm:prSet presAssocID="{6EBE082B-C0F6-46B6-9022-A4F68DD7670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D46F3111-5950-46AF-A029-13007285326B}" type="pres">
      <dgm:prSet presAssocID="{6EBE082B-C0F6-46B6-9022-A4F68DD76700}" presName="spaceRect" presStyleCnt="0"/>
      <dgm:spPr/>
    </dgm:pt>
    <dgm:pt modelId="{AEFF9451-30E9-4E38-85B9-9FED60E180D4}" type="pres">
      <dgm:prSet presAssocID="{6EBE082B-C0F6-46B6-9022-A4F68DD76700}" presName="textRect" presStyleLbl="revTx" presStyleIdx="3" presStyleCnt="5">
        <dgm:presLayoutVars>
          <dgm:chMax val="1"/>
          <dgm:chPref val="1"/>
        </dgm:presLayoutVars>
      </dgm:prSet>
      <dgm:spPr/>
    </dgm:pt>
    <dgm:pt modelId="{9C1DDEEC-73A0-41E6-BDFC-86B821B082A0}" type="pres">
      <dgm:prSet presAssocID="{0164BD49-E65E-4AC1-B8EC-89672173BD12}" presName="sibTrans" presStyleCnt="0"/>
      <dgm:spPr/>
    </dgm:pt>
    <dgm:pt modelId="{B9FCD495-561E-40F2-837A-8DE32F80A1CD}" type="pres">
      <dgm:prSet presAssocID="{B9B68E53-E149-43F9-A547-2785AFDF01CF}" presName="compNode" presStyleCnt="0"/>
      <dgm:spPr/>
    </dgm:pt>
    <dgm:pt modelId="{AF703CAF-AFD5-4370-848C-4A860F5A07DC}" type="pres">
      <dgm:prSet presAssocID="{B9B68E53-E149-43F9-A547-2785AFDF01CF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99B7ED8-A2E1-4477-AF60-FFEC94BC88E4}" type="pres">
      <dgm:prSet presAssocID="{B9B68E53-E149-43F9-A547-2785AFDF01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55009A1-8D34-4F97-8C29-DB0FA1BA3278}" type="pres">
      <dgm:prSet presAssocID="{B9B68E53-E149-43F9-A547-2785AFDF01CF}" presName="spaceRect" presStyleCnt="0"/>
      <dgm:spPr/>
    </dgm:pt>
    <dgm:pt modelId="{AACBDA74-757C-4CF1-A6E0-84AA9E4F25EA}" type="pres">
      <dgm:prSet presAssocID="{B9B68E53-E149-43F9-A547-2785AFDF01C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B218B0A-4F6B-40E9-AA9D-345EB5417CFE}" type="presOf" srcId="{B9B68E53-E149-43F9-A547-2785AFDF01CF}" destId="{AACBDA74-757C-4CF1-A6E0-84AA9E4F25EA}" srcOrd="0" destOrd="0" presId="urn:microsoft.com/office/officeart/2018/5/layout/IconLeafLabelList"/>
    <dgm:cxn modelId="{3917980A-5DFF-4570-B2DD-FC3BD9DAF9DE}" srcId="{E145E159-B631-44AF-B805-B93A3AAA494C}" destId="{08A31710-B01E-460F-8B93-747D2A20F547}" srcOrd="0" destOrd="0" parTransId="{C606F64E-B195-4C73-8B48-DD276F079937}" sibTransId="{C6F169AD-169B-40D1-85E0-C4F5DD727E40}"/>
    <dgm:cxn modelId="{B39C050C-82D7-4C34-BA66-92161BAC68A6}" type="presOf" srcId="{85CCCC45-94E4-4CA1-9BCD-DEEC09ABEB06}" destId="{C52B2DEA-E5D9-4CE7-B318-590EDCE01871}" srcOrd="0" destOrd="0" presId="urn:microsoft.com/office/officeart/2018/5/layout/IconLeafLabelList"/>
    <dgm:cxn modelId="{ECB23D21-C432-4201-A58D-3283A0CB654A}" type="presOf" srcId="{E145E159-B631-44AF-B805-B93A3AAA494C}" destId="{021B4D8A-63BD-4E42-A7F7-CFAD81A719DD}" srcOrd="0" destOrd="0" presId="urn:microsoft.com/office/officeart/2018/5/layout/IconLeafLabelList"/>
    <dgm:cxn modelId="{21D28F31-872C-4141-B2B8-A9091A37E36C}" srcId="{E145E159-B631-44AF-B805-B93A3AAA494C}" destId="{85CCCC45-94E4-4CA1-9BCD-DEEC09ABEB06}" srcOrd="2" destOrd="0" parTransId="{AADA87D1-00A2-4E72-9334-FB5CBCA6BD23}" sibTransId="{CF64DBE8-8D89-4BEC-9937-C68F3089FD9E}"/>
    <dgm:cxn modelId="{68874496-A450-48D8-BF3C-6C7455885EC7}" srcId="{E145E159-B631-44AF-B805-B93A3AAA494C}" destId="{B9B68E53-E149-43F9-A547-2785AFDF01CF}" srcOrd="4" destOrd="0" parTransId="{8A85D18A-EFD9-42B8-A86D-445E6130FEE7}" sibTransId="{226167FE-88DA-42BE-869D-5DB35A623939}"/>
    <dgm:cxn modelId="{9984E59A-4D50-4E5F-BCF0-3FE4A3E98D6F}" type="presOf" srcId="{6EBE082B-C0F6-46B6-9022-A4F68DD76700}" destId="{AEFF9451-30E9-4E38-85B9-9FED60E180D4}" srcOrd="0" destOrd="0" presId="urn:microsoft.com/office/officeart/2018/5/layout/IconLeafLabelList"/>
    <dgm:cxn modelId="{183154AA-6B44-412B-9AEE-569218EC5CB6}" type="presOf" srcId="{D05A33BC-31E8-4668-9F40-513DD9C75A8F}" destId="{C474DED5-18CE-4BCB-BAC2-538A83F962C7}" srcOrd="0" destOrd="0" presId="urn:microsoft.com/office/officeart/2018/5/layout/IconLeafLabelList"/>
    <dgm:cxn modelId="{3C4309AE-363F-4D6F-8A4B-549D0373F606}" srcId="{E145E159-B631-44AF-B805-B93A3AAA494C}" destId="{6EBE082B-C0F6-46B6-9022-A4F68DD76700}" srcOrd="3" destOrd="0" parTransId="{BFE4668C-B8CC-4191-8AE8-2DA6064CB8EF}" sibTransId="{0164BD49-E65E-4AC1-B8EC-89672173BD12}"/>
    <dgm:cxn modelId="{31D493E4-16DB-4198-AF40-44C940C10A35}" type="presOf" srcId="{08A31710-B01E-460F-8B93-747D2A20F547}" destId="{A0ED814E-602D-4AEF-ABFF-4A7EC30865C9}" srcOrd="0" destOrd="0" presId="urn:microsoft.com/office/officeart/2018/5/layout/IconLeafLabelList"/>
    <dgm:cxn modelId="{3F0224FC-E6F9-4F8B-B482-89A342803C1B}" srcId="{E145E159-B631-44AF-B805-B93A3AAA494C}" destId="{D05A33BC-31E8-4668-9F40-513DD9C75A8F}" srcOrd="1" destOrd="0" parTransId="{B85FB88C-F8A4-4F6C-936E-DD18E50770DF}" sibTransId="{1C7CAED2-C8A0-4567-A7B8-C335B8D6F7E7}"/>
    <dgm:cxn modelId="{E2AF06F8-D686-4EDD-A72D-27FC442743A8}" type="presParOf" srcId="{021B4D8A-63BD-4E42-A7F7-CFAD81A719DD}" destId="{34C3E93B-8519-432C-BC7C-FFDAE23B5F5F}" srcOrd="0" destOrd="0" presId="urn:microsoft.com/office/officeart/2018/5/layout/IconLeafLabelList"/>
    <dgm:cxn modelId="{06B2E68A-2D26-45A3-986F-3EB3365A5972}" type="presParOf" srcId="{34C3E93B-8519-432C-BC7C-FFDAE23B5F5F}" destId="{1E09A347-F583-41C7-8830-91A0C9F79D7B}" srcOrd="0" destOrd="0" presId="urn:microsoft.com/office/officeart/2018/5/layout/IconLeafLabelList"/>
    <dgm:cxn modelId="{64E9A4FD-E1A3-4098-AC38-F3E679325F58}" type="presParOf" srcId="{34C3E93B-8519-432C-BC7C-FFDAE23B5F5F}" destId="{C1FBD0C1-B9F4-4075-901C-6FE203E2A58B}" srcOrd="1" destOrd="0" presId="urn:microsoft.com/office/officeart/2018/5/layout/IconLeafLabelList"/>
    <dgm:cxn modelId="{CE10E70E-7254-48C1-B29B-8F0F94ECF05F}" type="presParOf" srcId="{34C3E93B-8519-432C-BC7C-FFDAE23B5F5F}" destId="{82A7EEFB-68C4-4E9D-9723-32BB7DD4C6B1}" srcOrd="2" destOrd="0" presId="urn:microsoft.com/office/officeart/2018/5/layout/IconLeafLabelList"/>
    <dgm:cxn modelId="{56DD53BC-C713-4BD8-8D72-931CE1FA34B9}" type="presParOf" srcId="{34C3E93B-8519-432C-BC7C-FFDAE23B5F5F}" destId="{A0ED814E-602D-4AEF-ABFF-4A7EC30865C9}" srcOrd="3" destOrd="0" presId="urn:microsoft.com/office/officeart/2018/5/layout/IconLeafLabelList"/>
    <dgm:cxn modelId="{000151C7-8CC6-48FA-BBBA-B30C78B5929B}" type="presParOf" srcId="{021B4D8A-63BD-4E42-A7F7-CFAD81A719DD}" destId="{8998B5E8-0B89-4D21-9307-AAECEE5280CA}" srcOrd="1" destOrd="0" presId="urn:microsoft.com/office/officeart/2018/5/layout/IconLeafLabelList"/>
    <dgm:cxn modelId="{85F07575-767A-4BF7-AEE1-B3E71CCB5815}" type="presParOf" srcId="{021B4D8A-63BD-4E42-A7F7-CFAD81A719DD}" destId="{1493047D-4AC0-4147-B089-BF948F8E12B8}" srcOrd="2" destOrd="0" presId="urn:microsoft.com/office/officeart/2018/5/layout/IconLeafLabelList"/>
    <dgm:cxn modelId="{E4C8F73D-DD69-48C8-8C8F-2949CE7E2ADF}" type="presParOf" srcId="{1493047D-4AC0-4147-B089-BF948F8E12B8}" destId="{E394070F-7F5F-4A16-8C13-733E69B8CF22}" srcOrd="0" destOrd="0" presId="urn:microsoft.com/office/officeart/2018/5/layout/IconLeafLabelList"/>
    <dgm:cxn modelId="{7DE2B067-3A00-4BB3-8D6D-AF9CC6E48A14}" type="presParOf" srcId="{1493047D-4AC0-4147-B089-BF948F8E12B8}" destId="{1501500A-A0A1-4328-B145-867AC55B4A91}" srcOrd="1" destOrd="0" presId="urn:microsoft.com/office/officeart/2018/5/layout/IconLeafLabelList"/>
    <dgm:cxn modelId="{D62E532A-B45C-4FAA-B71A-FEA37591E652}" type="presParOf" srcId="{1493047D-4AC0-4147-B089-BF948F8E12B8}" destId="{D2F2D07C-39B6-4B58-BA02-BDFDD9B26F05}" srcOrd="2" destOrd="0" presId="urn:microsoft.com/office/officeart/2018/5/layout/IconLeafLabelList"/>
    <dgm:cxn modelId="{9F36DFB9-F196-42E4-B2DD-FDEA6DC7C115}" type="presParOf" srcId="{1493047D-4AC0-4147-B089-BF948F8E12B8}" destId="{C474DED5-18CE-4BCB-BAC2-538A83F962C7}" srcOrd="3" destOrd="0" presId="urn:microsoft.com/office/officeart/2018/5/layout/IconLeafLabelList"/>
    <dgm:cxn modelId="{D41EE60F-EFE7-442D-9045-6E35B6B11A05}" type="presParOf" srcId="{021B4D8A-63BD-4E42-A7F7-CFAD81A719DD}" destId="{A1836CB9-3225-4560-8602-99CD11909C6E}" srcOrd="3" destOrd="0" presId="urn:microsoft.com/office/officeart/2018/5/layout/IconLeafLabelList"/>
    <dgm:cxn modelId="{5A8571F3-8A7D-4A13-9DE3-65D2112A6651}" type="presParOf" srcId="{021B4D8A-63BD-4E42-A7F7-CFAD81A719DD}" destId="{E2D1411A-3304-40FE-B4A6-C3F45CD596F4}" srcOrd="4" destOrd="0" presId="urn:microsoft.com/office/officeart/2018/5/layout/IconLeafLabelList"/>
    <dgm:cxn modelId="{04DBCBA2-6A61-4872-B3B7-C1BE8A7DB949}" type="presParOf" srcId="{E2D1411A-3304-40FE-B4A6-C3F45CD596F4}" destId="{816368B6-B50B-4F5A-88C2-C6DF14757EC0}" srcOrd="0" destOrd="0" presId="urn:microsoft.com/office/officeart/2018/5/layout/IconLeafLabelList"/>
    <dgm:cxn modelId="{6E2D9885-962B-4336-A44A-2A86666DB185}" type="presParOf" srcId="{E2D1411A-3304-40FE-B4A6-C3F45CD596F4}" destId="{A6C87C67-9791-4070-9C5E-0FA811917982}" srcOrd="1" destOrd="0" presId="urn:microsoft.com/office/officeart/2018/5/layout/IconLeafLabelList"/>
    <dgm:cxn modelId="{83B4D7DE-6939-4D42-9196-51C1926B3C99}" type="presParOf" srcId="{E2D1411A-3304-40FE-B4A6-C3F45CD596F4}" destId="{E7411C03-1120-48DA-9027-01D8700005B6}" srcOrd="2" destOrd="0" presId="urn:microsoft.com/office/officeart/2018/5/layout/IconLeafLabelList"/>
    <dgm:cxn modelId="{7F2A7355-03FF-4005-82C0-E91D86D15112}" type="presParOf" srcId="{E2D1411A-3304-40FE-B4A6-C3F45CD596F4}" destId="{C52B2DEA-E5D9-4CE7-B318-590EDCE01871}" srcOrd="3" destOrd="0" presId="urn:microsoft.com/office/officeart/2018/5/layout/IconLeafLabelList"/>
    <dgm:cxn modelId="{B15A1F3D-100A-4A80-A82F-7418968D4AF8}" type="presParOf" srcId="{021B4D8A-63BD-4E42-A7F7-CFAD81A719DD}" destId="{C958F954-C707-46E3-8CD6-46CB8C4138B2}" srcOrd="5" destOrd="0" presId="urn:microsoft.com/office/officeart/2018/5/layout/IconLeafLabelList"/>
    <dgm:cxn modelId="{07A31A26-AEB7-4109-B6A0-121646F441D8}" type="presParOf" srcId="{021B4D8A-63BD-4E42-A7F7-CFAD81A719DD}" destId="{90C5166E-16AC-4DFB-820C-37AEE0B6CA21}" srcOrd="6" destOrd="0" presId="urn:microsoft.com/office/officeart/2018/5/layout/IconLeafLabelList"/>
    <dgm:cxn modelId="{A621FE98-A8E7-4931-A062-BCD58631DA1B}" type="presParOf" srcId="{90C5166E-16AC-4DFB-820C-37AEE0B6CA21}" destId="{6CC32994-2BC9-40B2-9D9D-9613D98F94DC}" srcOrd="0" destOrd="0" presId="urn:microsoft.com/office/officeart/2018/5/layout/IconLeafLabelList"/>
    <dgm:cxn modelId="{9D6C9622-3B82-4D5F-8AA6-232AA866629A}" type="presParOf" srcId="{90C5166E-16AC-4DFB-820C-37AEE0B6CA21}" destId="{7A3A496A-8496-4315-8AC5-52171ABAF094}" srcOrd="1" destOrd="0" presId="urn:microsoft.com/office/officeart/2018/5/layout/IconLeafLabelList"/>
    <dgm:cxn modelId="{F48E79A7-A3CA-4365-9BD2-439017310C0D}" type="presParOf" srcId="{90C5166E-16AC-4DFB-820C-37AEE0B6CA21}" destId="{D46F3111-5950-46AF-A029-13007285326B}" srcOrd="2" destOrd="0" presId="urn:microsoft.com/office/officeart/2018/5/layout/IconLeafLabelList"/>
    <dgm:cxn modelId="{267363E1-903A-4123-8427-71F6AA138E84}" type="presParOf" srcId="{90C5166E-16AC-4DFB-820C-37AEE0B6CA21}" destId="{AEFF9451-30E9-4E38-85B9-9FED60E180D4}" srcOrd="3" destOrd="0" presId="urn:microsoft.com/office/officeart/2018/5/layout/IconLeafLabelList"/>
    <dgm:cxn modelId="{71F31400-9589-4D6C-8470-077C848B5D96}" type="presParOf" srcId="{021B4D8A-63BD-4E42-A7F7-CFAD81A719DD}" destId="{9C1DDEEC-73A0-41E6-BDFC-86B821B082A0}" srcOrd="7" destOrd="0" presId="urn:microsoft.com/office/officeart/2018/5/layout/IconLeafLabelList"/>
    <dgm:cxn modelId="{F04835DF-8A58-499A-ABE9-5171CE039F1D}" type="presParOf" srcId="{021B4D8A-63BD-4E42-A7F7-CFAD81A719DD}" destId="{B9FCD495-561E-40F2-837A-8DE32F80A1CD}" srcOrd="8" destOrd="0" presId="urn:microsoft.com/office/officeart/2018/5/layout/IconLeafLabelList"/>
    <dgm:cxn modelId="{C56E1B6B-8968-48CA-B145-E42375AB9B11}" type="presParOf" srcId="{B9FCD495-561E-40F2-837A-8DE32F80A1CD}" destId="{AF703CAF-AFD5-4370-848C-4A860F5A07DC}" srcOrd="0" destOrd="0" presId="urn:microsoft.com/office/officeart/2018/5/layout/IconLeafLabelList"/>
    <dgm:cxn modelId="{1A55E89C-81E1-48B2-A5FA-1557A00E2B6D}" type="presParOf" srcId="{B9FCD495-561E-40F2-837A-8DE32F80A1CD}" destId="{599B7ED8-A2E1-4477-AF60-FFEC94BC88E4}" srcOrd="1" destOrd="0" presId="urn:microsoft.com/office/officeart/2018/5/layout/IconLeafLabelList"/>
    <dgm:cxn modelId="{54FAF51B-032A-4414-8D21-06B0E89C756D}" type="presParOf" srcId="{B9FCD495-561E-40F2-837A-8DE32F80A1CD}" destId="{155009A1-8D34-4F97-8C29-DB0FA1BA3278}" srcOrd="2" destOrd="0" presId="urn:microsoft.com/office/officeart/2018/5/layout/IconLeafLabelList"/>
    <dgm:cxn modelId="{25577911-400C-4565-B13F-8366C675439C}" type="presParOf" srcId="{B9FCD495-561E-40F2-837A-8DE32F80A1CD}" destId="{AACBDA74-757C-4CF1-A6E0-84AA9E4F25E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DCC1F98-F06E-40E9-8162-84707F776F4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5780CAA-76F4-4814-9322-8F7BAF051705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https://www.youtube.com/watch?v=kWPhg8wI5q0</a:t>
          </a:r>
          <a:endParaRPr lang="en-US"/>
        </a:p>
      </dgm:t>
    </dgm:pt>
    <dgm:pt modelId="{359A0F0C-BB7D-444E-B29F-3DB47BB7B3EC}" type="parTrans" cxnId="{141D3E11-B814-4524-8E6D-EA5AF92D142D}">
      <dgm:prSet/>
      <dgm:spPr/>
      <dgm:t>
        <a:bodyPr/>
        <a:lstStyle/>
        <a:p>
          <a:endParaRPr lang="en-US"/>
        </a:p>
      </dgm:t>
    </dgm:pt>
    <dgm:pt modelId="{91AD6613-081C-4CC0-92F7-F3E3FCB1B455}" type="sibTrans" cxnId="{141D3E11-B814-4524-8E6D-EA5AF92D142D}">
      <dgm:prSet/>
      <dgm:spPr/>
      <dgm:t>
        <a:bodyPr/>
        <a:lstStyle/>
        <a:p>
          <a:endParaRPr lang="en-US"/>
        </a:p>
      </dgm:t>
    </dgm:pt>
    <dgm:pt modelId="{BBBB4C53-F100-4F6C-94BE-009DB06AF0F5}" type="pres">
      <dgm:prSet presAssocID="{CDCC1F98-F06E-40E9-8162-84707F776F47}" presName="root" presStyleCnt="0">
        <dgm:presLayoutVars>
          <dgm:dir/>
          <dgm:resizeHandles val="exact"/>
        </dgm:presLayoutVars>
      </dgm:prSet>
      <dgm:spPr/>
    </dgm:pt>
    <dgm:pt modelId="{9283A73F-71CE-41FC-9AF7-C39F7268BD75}" type="pres">
      <dgm:prSet presAssocID="{95780CAA-76F4-4814-9322-8F7BAF051705}" presName="compNode" presStyleCnt="0"/>
      <dgm:spPr/>
    </dgm:pt>
    <dgm:pt modelId="{2D3F0426-6CD5-427C-AF59-93DCA23784CF}" type="pres">
      <dgm:prSet presAssocID="{95780CAA-76F4-4814-9322-8F7BAF051705}" presName="iconRect" presStyleLbl="node1" presStyleIdx="0" presStyleCnt="1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C848F127-9E83-446A-9324-054B6BA1095A}" type="pres">
      <dgm:prSet presAssocID="{95780CAA-76F4-4814-9322-8F7BAF051705}" presName="spaceRect" presStyleCnt="0"/>
      <dgm:spPr/>
    </dgm:pt>
    <dgm:pt modelId="{7BFEFC95-ECC1-4AD7-9E01-6F0ED5411841}" type="pres">
      <dgm:prSet presAssocID="{95780CAA-76F4-4814-9322-8F7BAF051705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141D3E11-B814-4524-8E6D-EA5AF92D142D}" srcId="{CDCC1F98-F06E-40E9-8162-84707F776F47}" destId="{95780CAA-76F4-4814-9322-8F7BAF051705}" srcOrd="0" destOrd="0" parTransId="{359A0F0C-BB7D-444E-B29F-3DB47BB7B3EC}" sibTransId="{91AD6613-081C-4CC0-92F7-F3E3FCB1B455}"/>
    <dgm:cxn modelId="{B1ECC25B-CE82-46AC-B7F8-7FD4E3213BC2}" type="presOf" srcId="{CDCC1F98-F06E-40E9-8162-84707F776F47}" destId="{BBBB4C53-F100-4F6C-94BE-009DB06AF0F5}" srcOrd="0" destOrd="0" presId="urn:microsoft.com/office/officeart/2018/2/layout/IconLabelList"/>
    <dgm:cxn modelId="{0585B1EC-2FE0-4D83-92A3-99A422D1DEC5}" type="presOf" srcId="{95780CAA-76F4-4814-9322-8F7BAF051705}" destId="{7BFEFC95-ECC1-4AD7-9E01-6F0ED5411841}" srcOrd="0" destOrd="0" presId="urn:microsoft.com/office/officeart/2018/2/layout/IconLabelList"/>
    <dgm:cxn modelId="{B66D1E16-F104-4A3F-B68C-30E225E5C6DA}" type="presParOf" srcId="{BBBB4C53-F100-4F6C-94BE-009DB06AF0F5}" destId="{9283A73F-71CE-41FC-9AF7-C39F7268BD75}" srcOrd="0" destOrd="0" presId="urn:microsoft.com/office/officeart/2018/2/layout/IconLabelList"/>
    <dgm:cxn modelId="{707790B4-F524-4B3D-8BCF-1518DBC5038C}" type="presParOf" srcId="{9283A73F-71CE-41FC-9AF7-C39F7268BD75}" destId="{2D3F0426-6CD5-427C-AF59-93DCA23784CF}" srcOrd="0" destOrd="0" presId="urn:microsoft.com/office/officeart/2018/2/layout/IconLabelList"/>
    <dgm:cxn modelId="{B840B663-EDE0-4402-8F24-9A6B55D637AC}" type="presParOf" srcId="{9283A73F-71CE-41FC-9AF7-C39F7268BD75}" destId="{C848F127-9E83-446A-9324-054B6BA1095A}" srcOrd="1" destOrd="0" presId="urn:microsoft.com/office/officeart/2018/2/layout/IconLabelList"/>
    <dgm:cxn modelId="{13140CA6-CFAF-4E3A-A05D-DA5E8F66866C}" type="presParOf" srcId="{9283A73F-71CE-41FC-9AF7-C39F7268BD75}" destId="{7BFEFC95-ECC1-4AD7-9E01-6F0ED54118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E17AC-0EE4-481D-B0E9-5D10B836D7CB}">
      <dsp:nvSpPr>
        <dsp:cNvPr id="0" name=""/>
        <dsp:cNvSpPr/>
      </dsp:nvSpPr>
      <dsp:spPr>
        <a:xfrm>
          <a:off x="0" y="43203"/>
          <a:ext cx="6798539" cy="6388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What?</a:t>
          </a:r>
        </a:p>
      </dsp:txBody>
      <dsp:txXfrm>
        <a:off x="31185" y="74388"/>
        <a:ext cx="6736169" cy="576450"/>
      </dsp:txXfrm>
    </dsp:sp>
    <dsp:sp modelId="{007F666A-0217-43E5-B12B-0109AF5FDD17}">
      <dsp:nvSpPr>
        <dsp:cNvPr id="0" name=""/>
        <dsp:cNvSpPr/>
      </dsp:nvSpPr>
      <dsp:spPr>
        <a:xfrm>
          <a:off x="0" y="682023"/>
          <a:ext cx="6798539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latin typeface="Aptos Display" panose="02110004020202020204"/>
            </a:rPr>
            <a:t>State</a:t>
          </a:r>
          <a:r>
            <a:rPr lang="en-US" sz="2000" kern="1200"/>
            <a:t> what will be built and for whom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Capture Outcomes as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Requirement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Artifacts</a:t>
          </a:r>
        </a:p>
      </dsp:txBody>
      <dsp:txXfrm>
        <a:off x="0" y="682023"/>
        <a:ext cx="6798539" cy="1372410"/>
      </dsp:txXfrm>
    </dsp:sp>
    <dsp:sp modelId="{080ED0D8-41DE-46DA-BF1D-76B46DEA2513}">
      <dsp:nvSpPr>
        <dsp:cNvPr id="0" name=""/>
        <dsp:cNvSpPr/>
      </dsp:nvSpPr>
      <dsp:spPr>
        <a:xfrm>
          <a:off x="0" y="2054433"/>
          <a:ext cx="6798539" cy="6388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How (Capture)</a:t>
          </a:r>
        </a:p>
      </dsp:txBody>
      <dsp:txXfrm>
        <a:off x="31185" y="2085618"/>
        <a:ext cx="6736169" cy="576450"/>
      </dsp:txXfrm>
    </dsp:sp>
    <dsp:sp modelId="{D55AC8C8-40FC-4804-ACAA-6BAA3AA4B6C9}">
      <dsp:nvSpPr>
        <dsp:cNvPr id="0" name=""/>
        <dsp:cNvSpPr/>
      </dsp:nvSpPr>
      <dsp:spPr>
        <a:xfrm>
          <a:off x="0" y="2693253"/>
          <a:ext cx="6798539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Choose representation that fit the domain (prototype, stories, etc.)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rgbClr val="FF0000"/>
              </a:solidFill>
            </a:rPr>
            <a:t>BUT! Make sure needs aren’t lost across iterations</a:t>
          </a:r>
        </a:p>
      </dsp:txBody>
      <dsp:txXfrm>
        <a:off x="0" y="2693253"/>
        <a:ext cx="6798539" cy="968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A3CDF-32E2-418B-9D06-3585D9B80E52}">
      <dsp:nvSpPr>
        <dsp:cNvPr id="0" name=""/>
        <dsp:cNvSpPr/>
      </dsp:nvSpPr>
      <dsp:spPr>
        <a:xfrm>
          <a:off x="0" y="177754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“A statement about an intended product specifying what it should do or how it will perform” (e.g., map load &lt; 05s, “appealing to teenagers”)</a:t>
          </a:r>
          <a:endParaRPr lang="en-US" sz="23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1741" y="239495"/>
        <a:ext cx="6543351" cy="1141288"/>
      </dsp:txXfrm>
    </dsp:sp>
    <dsp:sp modelId="{39E9F089-4E7F-439D-8E92-E03AE8D9BE09}">
      <dsp:nvSpPr>
        <dsp:cNvPr id="0" name=""/>
        <dsp:cNvSpPr/>
      </dsp:nvSpPr>
      <dsp:spPr>
        <a:xfrm>
          <a:off x="0" y="1508765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FFFFFF"/>
              </a:solidFill>
              <a:latin typeface="Aptos"/>
              <a:ea typeface="+mn-ea"/>
              <a:cs typeface="+mn-cs"/>
            </a:rPr>
            <a:t>Use acceptance/ Fit Criteria to know when its met </a:t>
          </a:r>
        </a:p>
      </dsp:txBody>
      <dsp:txXfrm>
        <a:off x="61741" y="1570506"/>
        <a:ext cx="6543351" cy="1141288"/>
      </dsp:txXfrm>
    </dsp:sp>
    <dsp:sp modelId="{2C8A7B4D-B9FA-48AC-B672-37C95019462D}">
      <dsp:nvSpPr>
        <dsp:cNvPr id="0" name=""/>
        <dsp:cNvSpPr/>
      </dsp:nvSpPr>
      <dsp:spPr>
        <a:xfrm>
          <a:off x="0" y="2773535"/>
          <a:ext cx="6666833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Aptos"/>
              <a:ea typeface="+mn-ea"/>
              <a:cs typeface="+mn-cs"/>
            </a:rPr>
            <a:t>For Example</a:t>
          </a:r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Aptos"/>
              <a:ea typeface="+mn-ea"/>
              <a:cs typeface="+mn-cs"/>
            </a:rPr>
            <a:t> Map loads in &lt; 0.5 s on watch --&gt; Performance Requirement</a:t>
          </a:r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Aptos"/>
              <a:ea typeface="+mn-ea"/>
              <a:cs typeface="+mn-cs"/>
            </a:rPr>
            <a:t>Appealing to teenagers --&gt; Too vague</a:t>
          </a:r>
        </a:p>
        <a:p>
          <a:pPr marL="514350" lvl="3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Aptos"/>
              <a:ea typeface="+mn-ea"/>
              <a:cs typeface="+mn-cs"/>
            </a:rPr>
            <a:t>Make it testable, &gt; 75% of teen participants rate appeal.</a:t>
          </a:r>
        </a:p>
      </dsp:txBody>
      <dsp:txXfrm>
        <a:off x="0" y="2773535"/>
        <a:ext cx="6666833" cy="1237860"/>
      </dsp:txXfrm>
    </dsp:sp>
    <dsp:sp modelId="{14842692-74C3-4EDC-9978-5F6C24B865DB}">
      <dsp:nvSpPr>
        <dsp:cNvPr id="0" name=""/>
        <dsp:cNvSpPr/>
      </dsp:nvSpPr>
      <dsp:spPr>
        <a:xfrm>
          <a:off x="0" y="4011395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  <a:ea typeface="+mn-ea"/>
              <a:cs typeface="+mn-cs"/>
            </a:rPr>
            <a:t>That tweak is a "Fit Criterion"- it turns fuzzy goals into something we can check</a:t>
          </a:r>
        </a:p>
      </dsp:txBody>
      <dsp:txXfrm>
        <a:off x="61741" y="4073136"/>
        <a:ext cx="6543351" cy="114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6A258-2B0D-4365-AF0E-03B9C1431B76}">
      <dsp:nvSpPr>
        <dsp:cNvPr id="0" name=""/>
        <dsp:cNvSpPr/>
      </dsp:nvSpPr>
      <dsp:spPr>
        <a:xfrm>
          <a:off x="0" y="17013"/>
          <a:ext cx="6798539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Functional : What product will do ?</a:t>
          </a:r>
        </a:p>
      </dsp:txBody>
      <dsp:txXfrm>
        <a:off x="46777" y="63790"/>
        <a:ext cx="6704985" cy="864675"/>
      </dsp:txXfrm>
    </dsp:sp>
    <dsp:sp modelId="{3B7094FB-C946-4F29-B314-08A7312C0088}">
      <dsp:nvSpPr>
        <dsp:cNvPr id="0" name=""/>
        <dsp:cNvSpPr/>
      </dsp:nvSpPr>
      <dsp:spPr>
        <a:xfrm>
          <a:off x="0" y="1044363"/>
          <a:ext cx="6798539" cy="95822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Non Functional : Qualities/Constraints ( Performance, Platforms, etc)</a:t>
          </a:r>
        </a:p>
      </dsp:txBody>
      <dsp:txXfrm>
        <a:off x="46777" y="1091140"/>
        <a:ext cx="6704985" cy="864675"/>
      </dsp:txXfrm>
    </dsp:sp>
    <dsp:sp modelId="{0B04A86A-99B4-427D-BC28-564EBDF4B11D}">
      <dsp:nvSpPr>
        <dsp:cNvPr id="0" name=""/>
        <dsp:cNvSpPr/>
      </dsp:nvSpPr>
      <dsp:spPr>
        <a:xfrm>
          <a:off x="0" y="2071713"/>
          <a:ext cx="6798539" cy="95822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There are broader taxonomies</a:t>
          </a:r>
        </a:p>
      </dsp:txBody>
      <dsp:txXfrm>
        <a:off x="46777" y="2118490"/>
        <a:ext cx="6704985" cy="864675"/>
      </dsp:txXfrm>
    </dsp:sp>
    <dsp:sp modelId="{6B76657F-1503-4994-952F-8004B7705928}">
      <dsp:nvSpPr>
        <dsp:cNvPr id="0" name=""/>
        <dsp:cNvSpPr/>
      </dsp:nvSpPr>
      <dsp:spPr>
        <a:xfrm>
          <a:off x="0" y="3029943"/>
          <a:ext cx="6798539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Robertsons Set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Gottedienser and Gormans Product Dimension</a:t>
          </a:r>
        </a:p>
      </dsp:txBody>
      <dsp:txXfrm>
        <a:off x="0" y="3029943"/>
        <a:ext cx="6798539" cy="658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BB75E-010E-42F9-A000-92C37EBE0B3A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D93EB-EEE4-4D96-A46A-5BE4D5B1962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7199D-5FE4-4017-873F-F14D08005BAF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Identify user needs, behaviors, and motivations.</a:t>
          </a:r>
        </a:p>
      </dsp:txBody>
      <dsp:txXfrm>
        <a:off x="1357965" y="2319"/>
        <a:ext cx="4887299" cy="1175727"/>
      </dsp:txXfrm>
    </dsp:sp>
    <dsp:sp modelId="{EE957433-6D5D-425B-8754-B46E58A74F16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6C5791-529E-4A55-8462-51343019D2FC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0A60E-DCB6-4E40-9076-D3AB9F068C17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Understand the context of use and rationale behind current practices.</a:t>
          </a:r>
        </a:p>
      </dsp:txBody>
      <dsp:txXfrm>
        <a:off x="1357965" y="1471979"/>
        <a:ext cx="4887299" cy="1175727"/>
      </dsp:txXfrm>
    </dsp:sp>
    <dsp:sp modelId="{43E67BC5-8BD8-4D91-AFF9-DC441278237C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B389E-BAAC-4018-83E5-060F3EA65AEF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CC9EF-DB84-4E1C-9B6F-E609F6A6C959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Capture both qualitative and quantitative data.</a:t>
          </a:r>
        </a:p>
      </dsp:txBody>
      <dsp:txXfrm>
        <a:off x="1357965" y="2941639"/>
        <a:ext cx="4887299" cy="1175727"/>
      </dsp:txXfrm>
    </dsp:sp>
    <dsp:sp modelId="{CD39B3A1-3925-4A20-885F-D8E70911869C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43067-7DE4-4864-9F13-05C036BFAED7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A2EC7-C8E0-44F4-A172-96ED7DE5B89C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Inform system requirements and interaction design.</a:t>
          </a:r>
        </a:p>
      </dsp:txBody>
      <dsp:txXfrm>
        <a:off x="1357965" y="4411299"/>
        <a:ext cx="4887299" cy="1175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77F12-6B9C-423E-BECA-9EB8DB0D02FF}">
      <dsp:nvSpPr>
        <dsp:cNvPr id="0" name=""/>
        <dsp:cNvSpPr/>
      </dsp:nvSpPr>
      <dsp:spPr>
        <a:xfrm>
          <a:off x="0" y="178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ED25B-0EA0-4208-B536-2EDE505462AF}">
      <dsp:nvSpPr>
        <dsp:cNvPr id="0" name=""/>
        <dsp:cNvSpPr/>
      </dsp:nvSpPr>
      <dsp:spPr>
        <a:xfrm>
          <a:off x="229465" y="172457"/>
          <a:ext cx="417210" cy="4172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77876-42AE-4955-B9AB-EC4E7DA6470E}">
      <dsp:nvSpPr>
        <dsp:cNvPr id="0" name=""/>
        <dsp:cNvSpPr/>
      </dsp:nvSpPr>
      <dsp:spPr>
        <a:xfrm>
          <a:off x="876141" y="178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Observe users in their natural environment (“in the wild”).</a:t>
          </a:r>
          <a:endParaRPr lang="en-US" sz="1900" kern="1200">
            <a:latin typeface="Aptos Display" panose="02110004020202020204"/>
          </a:endParaRPr>
        </a:p>
      </dsp:txBody>
      <dsp:txXfrm>
        <a:off x="876141" y="1780"/>
        <a:ext cx="4984948" cy="758564"/>
      </dsp:txXfrm>
    </dsp:sp>
    <dsp:sp modelId="{582DF371-48B6-4DA2-A367-D2BAE5CFFED4}">
      <dsp:nvSpPr>
        <dsp:cNvPr id="0" name=""/>
        <dsp:cNvSpPr/>
      </dsp:nvSpPr>
      <dsp:spPr>
        <a:xfrm>
          <a:off x="0" y="94998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E2330-67BA-47DB-9CEC-EA7262DAA034}">
      <dsp:nvSpPr>
        <dsp:cNvPr id="0" name=""/>
        <dsp:cNvSpPr/>
      </dsp:nvSpPr>
      <dsp:spPr>
        <a:xfrm>
          <a:off x="229465" y="1120662"/>
          <a:ext cx="417210" cy="41721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4B73E-0B5C-4A23-B9E9-8689CDE32FB3}">
      <dsp:nvSpPr>
        <dsp:cNvPr id="0" name=""/>
        <dsp:cNvSpPr/>
      </dsp:nvSpPr>
      <dsp:spPr>
        <a:xfrm>
          <a:off x="876141" y="94998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Helps reveal real behaviors, workarounds, and context.</a:t>
          </a:r>
        </a:p>
      </dsp:txBody>
      <dsp:txXfrm>
        <a:off x="876141" y="949985"/>
        <a:ext cx="4984948" cy="758564"/>
      </dsp:txXfrm>
    </dsp:sp>
    <dsp:sp modelId="{44724FCD-9D23-42A1-BF39-635ADB7C5835}">
      <dsp:nvSpPr>
        <dsp:cNvPr id="0" name=""/>
        <dsp:cNvSpPr/>
      </dsp:nvSpPr>
      <dsp:spPr>
        <a:xfrm>
          <a:off x="0" y="189819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E2D08-EE19-42CD-BB37-BF3DEADAB354}">
      <dsp:nvSpPr>
        <dsp:cNvPr id="0" name=""/>
        <dsp:cNvSpPr/>
      </dsp:nvSpPr>
      <dsp:spPr>
        <a:xfrm>
          <a:off x="229465" y="2068867"/>
          <a:ext cx="417210" cy="41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DB35C-30ED-463C-A2B3-3DFAAE80426D}">
      <dsp:nvSpPr>
        <dsp:cNvPr id="0" name=""/>
        <dsp:cNvSpPr/>
      </dsp:nvSpPr>
      <dsp:spPr>
        <a:xfrm>
          <a:off x="876141" y="189819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be </a:t>
          </a:r>
          <a:r>
            <a:rPr lang="en-US" sz="1900" b="1" kern="1200"/>
            <a:t>direct</a:t>
          </a:r>
          <a:r>
            <a:rPr lang="en-US" sz="1900" kern="1200"/>
            <a:t> (researcher present) or </a:t>
          </a:r>
          <a:r>
            <a:rPr lang="en-US" sz="1900" b="1" kern="1200"/>
            <a:t>indirect</a:t>
          </a:r>
          <a:r>
            <a:rPr lang="en-US" sz="1900" kern="1200"/>
            <a:t> (video, sensors).</a:t>
          </a:r>
        </a:p>
      </dsp:txBody>
      <dsp:txXfrm>
        <a:off x="876141" y="1898190"/>
        <a:ext cx="4984948" cy="758564"/>
      </dsp:txXfrm>
    </dsp:sp>
    <dsp:sp modelId="{86596FBA-3FB2-4672-905C-A77F52A34CE7}">
      <dsp:nvSpPr>
        <dsp:cNvPr id="0" name=""/>
        <dsp:cNvSpPr/>
      </dsp:nvSpPr>
      <dsp:spPr>
        <a:xfrm>
          <a:off x="0" y="284639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6C1F9-70C6-437F-AFDC-768CFE1FA72B}">
      <dsp:nvSpPr>
        <dsp:cNvPr id="0" name=""/>
        <dsp:cNvSpPr/>
      </dsp:nvSpPr>
      <dsp:spPr>
        <a:xfrm>
          <a:off x="229465" y="3017072"/>
          <a:ext cx="417210" cy="41721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DDF1A-FD44-4ECE-A360-2F5C1ADF5585}">
      <dsp:nvSpPr>
        <dsp:cNvPr id="0" name=""/>
        <dsp:cNvSpPr/>
      </dsp:nvSpPr>
      <dsp:spPr>
        <a:xfrm>
          <a:off x="876141" y="284639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Advantage: authentic insight into activities.</a:t>
          </a:r>
        </a:p>
      </dsp:txBody>
      <dsp:txXfrm>
        <a:off x="876141" y="2846395"/>
        <a:ext cx="4984948" cy="758564"/>
      </dsp:txXfrm>
    </dsp:sp>
    <dsp:sp modelId="{838DA137-DE75-4CB4-902A-F54CB0F53191}">
      <dsp:nvSpPr>
        <dsp:cNvPr id="0" name=""/>
        <dsp:cNvSpPr/>
      </dsp:nvSpPr>
      <dsp:spPr>
        <a:xfrm>
          <a:off x="0" y="379460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9C2E3-52F9-4773-B2B1-A3CD227891D3}">
      <dsp:nvSpPr>
        <dsp:cNvPr id="0" name=""/>
        <dsp:cNvSpPr/>
      </dsp:nvSpPr>
      <dsp:spPr>
        <a:xfrm>
          <a:off x="229465" y="3965277"/>
          <a:ext cx="417210" cy="4172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1790B-970A-41DD-B0A4-E21028840D51}">
      <dsp:nvSpPr>
        <dsp:cNvPr id="0" name=""/>
        <dsp:cNvSpPr/>
      </dsp:nvSpPr>
      <dsp:spPr>
        <a:xfrm>
          <a:off x="876141" y="379460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Limitation: time-consuming, observer effect.</a:t>
          </a:r>
        </a:p>
      </dsp:txBody>
      <dsp:txXfrm>
        <a:off x="876141" y="3794600"/>
        <a:ext cx="4984948" cy="758564"/>
      </dsp:txXfrm>
    </dsp:sp>
    <dsp:sp modelId="{44B20C4E-0A97-4B84-A672-8A62DB65C2A1}">
      <dsp:nvSpPr>
        <dsp:cNvPr id="0" name=""/>
        <dsp:cNvSpPr/>
      </dsp:nvSpPr>
      <dsp:spPr>
        <a:xfrm>
          <a:off x="0" y="474280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59BEA-E678-4A78-ADE0-243149D16033}">
      <dsp:nvSpPr>
        <dsp:cNvPr id="0" name=""/>
        <dsp:cNvSpPr/>
      </dsp:nvSpPr>
      <dsp:spPr>
        <a:xfrm>
          <a:off x="229465" y="4913482"/>
          <a:ext cx="417210" cy="4172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3A24E-D446-4B48-9D45-D4A889F38641}">
      <dsp:nvSpPr>
        <dsp:cNvPr id="0" name=""/>
        <dsp:cNvSpPr/>
      </dsp:nvSpPr>
      <dsp:spPr>
        <a:xfrm>
          <a:off x="876141" y="474280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6141" y="4742805"/>
        <a:ext cx="4984948" cy="7585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EF2DD-BCE4-4D39-B1E6-D0F861058371}">
      <dsp:nvSpPr>
        <dsp:cNvPr id="0" name=""/>
        <dsp:cNvSpPr/>
      </dsp:nvSpPr>
      <dsp:spPr>
        <a:xfrm>
          <a:off x="0" y="2047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0C3F4-FB4D-4320-951D-966E581A739D}">
      <dsp:nvSpPr>
        <dsp:cNvPr id="0" name=""/>
        <dsp:cNvSpPr/>
      </dsp:nvSpPr>
      <dsp:spPr>
        <a:xfrm>
          <a:off x="0" y="2047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mbria"/>
              <a:ea typeface="Cambria"/>
            </a:rPr>
            <a:t>Interviews are structured or informal conversations to understand users’ experiences and motivations or </a:t>
          </a:r>
          <a:br>
            <a:rPr lang="en-US" sz="1400" kern="1200">
              <a:latin typeface="Cambria"/>
              <a:ea typeface="Cambria"/>
            </a:rPr>
          </a:br>
          <a:r>
            <a:rPr lang="en-US" sz="1400" kern="1200">
              <a:latin typeface="Cambria"/>
              <a:ea typeface="Cambria"/>
            </a:rPr>
            <a:t> </a:t>
          </a:r>
          <a:br>
            <a:rPr lang="en-US" sz="1400" kern="1200">
              <a:latin typeface="Cambria"/>
              <a:ea typeface="Cambria"/>
            </a:rPr>
          </a:br>
          <a:r>
            <a:rPr lang="en-US" sz="1400" kern="1200"/>
            <a:t>One-on-one or small-group discussions with users or stakeholders.</a:t>
          </a:r>
          <a:endParaRPr lang="en-US" sz="1400" kern="1200">
            <a:latin typeface="Aptos Display" panose="02110004020202020204"/>
          </a:endParaRPr>
        </a:p>
      </dsp:txBody>
      <dsp:txXfrm>
        <a:off x="0" y="2047"/>
        <a:ext cx="10927829" cy="698118"/>
      </dsp:txXfrm>
    </dsp:sp>
    <dsp:sp modelId="{BBB2AFC9-32C1-4052-9DC5-86569B92C40E}">
      <dsp:nvSpPr>
        <dsp:cNvPr id="0" name=""/>
        <dsp:cNvSpPr/>
      </dsp:nvSpPr>
      <dsp:spPr>
        <a:xfrm>
          <a:off x="0" y="700165"/>
          <a:ext cx="109278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7D549-ACCF-461D-A8E8-5102E42C6269}">
      <dsp:nvSpPr>
        <dsp:cNvPr id="0" name=""/>
        <dsp:cNvSpPr/>
      </dsp:nvSpPr>
      <dsp:spPr>
        <a:xfrm>
          <a:off x="0" y="700165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They can be Structured</a:t>
          </a:r>
          <a:r>
            <a:rPr lang="en-US" sz="1400" kern="1200"/>
            <a:t>, semi-structured, or unstructured formats.</a:t>
          </a:r>
        </a:p>
      </dsp:txBody>
      <dsp:txXfrm>
        <a:off x="0" y="700165"/>
        <a:ext cx="10927829" cy="698118"/>
      </dsp:txXfrm>
    </dsp:sp>
    <dsp:sp modelId="{A08F8843-5B5E-4D69-B8C4-8E4F62624B4D}">
      <dsp:nvSpPr>
        <dsp:cNvPr id="0" name=""/>
        <dsp:cNvSpPr/>
      </dsp:nvSpPr>
      <dsp:spPr>
        <a:xfrm>
          <a:off x="0" y="1398284"/>
          <a:ext cx="109278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2459D-58E6-465B-8729-DD83DD2BBAF8}">
      <dsp:nvSpPr>
        <dsp:cNvPr id="0" name=""/>
        <dsp:cNvSpPr/>
      </dsp:nvSpPr>
      <dsp:spPr>
        <a:xfrm>
          <a:off x="0" y="1398284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Strengths: depth and flexibility; can reveal motivations behind actions.</a:t>
          </a:r>
        </a:p>
      </dsp:txBody>
      <dsp:txXfrm>
        <a:off x="0" y="1398284"/>
        <a:ext cx="10927829" cy="698118"/>
      </dsp:txXfrm>
    </dsp:sp>
    <dsp:sp modelId="{79533190-718F-4443-AD6D-1D51B6F604D3}">
      <dsp:nvSpPr>
        <dsp:cNvPr id="0" name=""/>
        <dsp:cNvSpPr/>
      </dsp:nvSpPr>
      <dsp:spPr>
        <a:xfrm>
          <a:off x="0" y="2096402"/>
          <a:ext cx="109278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7E72E-63B6-478C-940B-DDBB985E2FD2}">
      <dsp:nvSpPr>
        <dsp:cNvPr id="0" name=""/>
        <dsp:cNvSpPr/>
      </dsp:nvSpPr>
      <dsp:spPr>
        <a:xfrm>
          <a:off x="0" y="2096402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Limitations: interviewer bias, time needed to schedule and analyze.</a:t>
          </a:r>
        </a:p>
      </dsp:txBody>
      <dsp:txXfrm>
        <a:off x="0" y="2096402"/>
        <a:ext cx="10927829" cy="698118"/>
      </dsp:txXfrm>
    </dsp:sp>
    <dsp:sp modelId="{07CCBA59-2687-42D6-869D-56EB01774F77}">
      <dsp:nvSpPr>
        <dsp:cNvPr id="0" name=""/>
        <dsp:cNvSpPr/>
      </dsp:nvSpPr>
      <dsp:spPr>
        <a:xfrm>
          <a:off x="0" y="2794520"/>
          <a:ext cx="1092782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66560-A9E6-481D-92A1-4B57AF73E672}">
      <dsp:nvSpPr>
        <dsp:cNvPr id="0" name=""/>
        <dsp:cNvSpPr/>
      </dsp:nvSpPr>
      <dsp:spPr>
        <a:xfrm>
          <a:off x="0" y="2794520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Example: Early interviews to shape interface needs.</a:t>
          </a:r>
        </a:p>
      </dsp:txBody>
      <dsp:txXfrm>
        <a:off x="0" y="2794520"/>
        <a:ext cx="10927829" cy="698118"/>
      </dsp:txXfrm>
    </dsp:sp>
    <dsp:sp modelId="{4419EB80-05F8-4DB2-9850-1A09B2B21929}">
      <dsp:nvSpPr>
        <dsp:cNvPr id="0" name=""/>
        <dsp:cNvSpPr/>
      </dsp:nvSpPr>
      <dsp:spPr>
        <a:xfrm>
          <a:off x="0" y="3492639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546DF-9547-4FEC-A773-9136BA66D66A}">
      <dsp:nvSpPr>
        <dsp:cNvPr id="0" name=""/>
        <dsp:cNvSpPr/>
      </dsp:nvSpPr>
      <dsp:spPr>
        <a:xfrm>
          <a:off x="0" y="3492639"/>
          <a:ext cx="10927829" cy="698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0" y="3492639"/>
        <a:ext cx="10927829" cy="6981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4A047-FE91-4F70-BE42-D7F19A93ACE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69300-9B22-4253-92B1-5406BDB38A7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217B2-B848-4F51-BF34-E989253B421F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Studies often combine multiple techniques for richer results.</a:t>
          </a:r>
        </a:p>
      </dsp:txBody>
      <dsp:txXfrm>
        <a:off x="836323" y="3399"/>
        <a:ext cx="9679276" cy="724089"/>
      </dsp:txXfrm>
    </dsp:sp>
    <dsp:sp modelId="{D849B3B1-E78F-463B-9E62-799B6571C9D3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434AE-47A5-492B-BFA4-5821A5A8840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D3027-7D6A-4B6C-9113-9CEDFB503BB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Hollis et al. (2017) used multiple data-gathering techniques — observation, interviews, diaries, and surveys — to study emotional well-being.</a:t>
          </a:r>
          <a:endParaRPr lang="en-US" sz="1600" kern="1200">
            <a:latin typeface="Aptos Display" panose="02110004020202020204"/>
          </a:endParaRPr>
        </a:p>
      </dsp:txBody>
      <dsp:txXfrm>
        <a:off x="836323" y="908511"/>
        <a:ext cx="9679276" cy="724089"/>
      </dsp:txXfrm>
    </dsp:sp>
    <dsp:sp modelId="{88CFD9B2-9DAC-47FF-BE51-36673B0F1ED9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C05AC-C225-45F1-ACAD-FF78B1277346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7DDB6-1314-49E7-A803-2AC2ADE506B8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 </a:t>
          </a:r>
          <a:r>
            <a:rPr lang="en-US" sz="1600" kern="1200"/>
            <a:t>Combining methods provides triangulation, meaning data is confirmed from different sources.</a:t>
          </a:r>
          <a:endParaRPr lang="en-US" sz="1600" kern="1200">
            <a:latin typeface="Aptos Display" panose="02110004020202020204"/>
          </a:endParaRPr>
        </a:p>
      </dsp:txBody>
      <dsp:txXfrm>
        <a:off x="836323" y="1813624"/>
        <a:ext cx="9679276" cy="724089"/>
      </dsp:txXfrm>
    </dsp:sp>
    <dsp:sp modelId="{2DFCC04C-8263-484F-B9E7-80C6A272ACD2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E0506-36E3-40A4-851C-8933E272862A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2A430-7F3C-4F57-8EC8-9C0B6DD49A2A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 </a:t>
          </a:r>
          <a:r>
            <a:rPr lang="en-US" sz="1600" kern="1200"/>
            <a:t>This approach captures what users do (observation), what they say (interviews), and how they feel (diaries).</a:t>
          </a:r>
          <a:br>
            <a:rPr lang="en-US" sz="1600" kern="1200"/>
          </a:br>
          <a:r>
            <a:rPr lang="en-US" sz="1600" kern="1200"/>
            <a:t> It creates richer, more trustworthy results for requirement discovery.</a:t>
          </a:r>
        </a:p>
      </dsp:txBody>
      <dsp:txXfrm>
        <a:off x="836323" y="2718736"/>
        <a:ext cx="9679276" cy="724089"/>
      </dsp:txXfrm>
    </dsp:sp>
    <dsp:sp modelId="{845D4CF7-4971-4B02-8B71-B2942EF6D400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CD797-CC83-4294-83ED-6354DBEAF356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1606C-3C6B-46A8-AF3A-C331E07F59C3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36323" y="3623848"/>
        <a:ext cx="9679276" cy="7240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68EC3-0032-454D-9E95-D89B0E08502B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451F5-4460-4556-AE5A-ED2716E0866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DE779-F97C-4A76-B87A-137A6B1A761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</a:t>
          </a:r>
          <a:r>
            <a:rPr lang="en-US" sz="2200" b="1" kern="1200"/>
            <a:t>field-based user research method</a:t>
          </a:r>
          <a:r>
            <a:rPr lang="en-US" sz="2200" kern="1200"/>
            <a:t> combining </a:t>
          </a:r>
          <a:r>
            <a:rPr lang="en-US" sz="2200" b="1" kern="1200"/>
            <a:t>observation + interview</a:t>
          </a:r>
          <a:r>
            <a:rPr lang="en-US" sz="2200" kern="1200"/>
            <a:t>.</a:t>
          </a:r>
        </a:p>
      </dsp:txBody>
      <dsp:txXfrm>
        <a:off x="1948202" y="368029"/>
        <a:ext cx="3233964" cy="1371985"/>
      </dsp:txXfrm>
    </dsp:sp>
    <dsp:sp modelId="{8DC788A4-3B7B-47B2-A5AE-B16D3CBDE45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24EAA-8357-436E-977B-B0B43C74C361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CB081-6474-43EC-922A-88ED86A1D7A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Researcher watches users perform real tasks </a:t>
          </a:r>
          <a:r>
            <a:rPr lang="en-US" sz="2200" b="1" kern="1200"/>
            <a:t>in their natural environment</a:t>
          </a:r>
          <a:r>
            <a:rPr lang="en-US" sz="2200" kern="1200"/>
            <a:t>.</a:t>
          </a:r>
        </a:p>
      </dsp:txBody>
      <dsp:txXfrm>
        <a:off x="7411643" y="368029"/>
        <a:ext cx="3233964" cy="1371985"/>
      </dsp:txXfrm>
    </dsp:sp>
    <dsp:sp modelId="{83AB0DBA-CD1B-47CB-B044-442A191F7087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98548-3933-4875-8103-3AA59B4436C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3CE06-2183-47C1-9647-36EB3FF389FB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Discover </a:t>
          </a:r>
          <a:r>
            <a:rPr lang="en-US" sz="2200" i="1" kern="1200"/>
            <a:t>what people actually do</a:t>
          </a:r>
          <a:r>
            <a:rPr lang="en-US" sz="2200" kern="1200"/>
            <a:t>, not what they say they do.</a:t>
          </a:r>
        </a:p>
      </dsp:txBody>
      <dsp:txXfrm>
        <a:off x="1948202" y="2452790"/>
        <a:ext cx="3233964" cy="1371985"/>
      </dsp:txXfrm>
    </dsp:sp>
    <dsp:sp modelId="{7A2F510C-E3A0-4530-B8FB-84DA8C39BB45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81570-37BE-4B43-A787-A74E838F1F08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59598-1070-4818-AEE2-FD4A44D412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Common in early design stages for uncovering </a:t>
          </a:r>
          <a:r>
            <a:rPr lang="en-US" sz="2200" b="1" kern="1200"/>
            <a:t>latent needs</a:t>
          </a:r>
          <a:r>
            <a:rPr lang="en-US" sz="2200" kern="1200"/>
            <a:t>.</a:t>
          </a:r>
        </a:p>
      </dsp:txBody>
      <dsp:txXfrm>
        <a:off x="7411643" y="2452790"/>
        <a:ext cx="3233964" cy="13719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DA742-E809-4D58-9B26-455DF7280E96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CAFA3-05C5-497E-A944-8B8C1AA2B97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02609-3110-4221-AA6C-4C9CD2F10A25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Scenario: </a:t>
          </a:r>
          <a:r>
            <a:rPr lang="en-US" sz="2000" kern="1200"/>
            <a:t>Designers observed technicians using a complex control panel.</a:t>
          </a:r>
        </a:p>
      </dsp:txBody>
      <dsp:txXfrm>
        <a:off x="1428292" y="2439"/>
        <a:ext cx="4873308" cy="1236616"/>
      </dsp:txXfrm>
    </dsp:sp>
    <dsp:sp modelId="{431FF837-1A71-4524-8418-5A4193CC9F66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9F2FE-A591-4B1E-B9C9-2719C4D8A27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E5475-6FDB-4339-AC52-C92F40B84F1D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Found they relied heavily on </a:t>
          </a:r>
          <a:r>
            <a:rPr lang="en-US" sz="2000" b="1" kern="1200"/>
            <a:t>handwritten notes</a:t>
          </a:r>
          <a:r>
            <a:rPr lang="en-US" sz="2000" kern="1200"/>
            <a:t>.</a:t>
          </a:r>
        </a:p>
      </dsp:txBody>
      <dsp:txXfrm>
        <a:off x="1428292" y="1548210"/>
        <a:ext cx="4873308" cy="1236616"/>
      </dsp:txXfrm>
    </dsp:sp>
    <dsp:sp modelId="{1C2A4974-BCED-4F45-A711-A866F4725B54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A7D2B-E23A-4C04-A731-8D705430F26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B92BB-9852-4A28-A8CC-3D6C0795CA21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Insight → Add an on-screen checklist + contextual reminders.</a:t>
          </a:r>
        </a:p>
      </dsp:txBody>
      <dsp:txXfrm>
        <a:off x="1428292" y="3093981"/>
        <a:ext cx="4873308" cy="1236616"/>
      </dsp:txXfrm>
    </dsp:sp>
    <dsp:sp modelId="{7F4EF10F-979D-4E1C-98FC-F395C7E186CE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80556-3DF5-4770-A9EB-33C8993756D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3AE08-E466-4589-ADF1-49B12DD24E15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Result → Reduced errors and training time.</a:t>
          </a:r>
        </a:p>
      </dsp:txBody>
      <dsp:txXfrm>
        <a:off x="1428292" y="4639752"/>
        <a:ext cx="4873308" cy="12366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FF3EF-CB90-4EB1-B159-3E46FA716D06}">
      <dsp:nvSpPr>
        <dsp:cNvPr id="0" name=""/>
        <dsp:cNvSpPr/>
      </dsp:nvSpPr>
      <dsp:spPr>
        <a:xfrm>
          <a:off x="0" y="12668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 </a:t>
          </a:r>
          <a:r>
            <a:rPr lang="en-US" sz="3100" b="1" kern="1200"/>
            <a:t>creative technique</a:t>
          </a:r>
          <a:r>
            <a:rPr lang="en-US" sz="3100" kern="1200"/>
            <a:t> to explore </a:t>
          </a:r>
          <a:r>
            <a:rPr lang="en-US" sz="3100" i="1" kern="1200"/>
            <a:t>possible futures</a:t>
          </a:r>
          <a:r>
            <a:rPr lang="en-US" sz="3100" kern="1200"/>
            <a:t>.</a:t>
          </a:r>
        </a:p>
      </dsp:txBody>
      <dsp:txXfrm>
        <a:off x="60199" y="186879"/>
        <a:ext cx="6546435" cy="1112781"/>
      </dsp:txXfrm>
    </dsp:sp>
    <dsp:sp modelId="{F4A3A889-CE18-4F29-A0A9-6FE2EC5200B3}">
      <dsp:nvSpPr>
        <dsp:cNvPr id="0" name=""/>
        <dsp:cNvSpPr/>
      </dsp:nvSpPr>
      <dsp:spPr>
        <a:xfrm>
          <a:off x="0" y="144914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Uses </a:t>
          </a:r>
          <a:r>
            <a:rPr lang="en-US" sz="3100" b="1" kern="1200"/>
            <a:t>stories, artifacts, or prototypes</a:t>
          </a:r>
          <a:r>
            <a:rPr lang="en-US" sz="3100" kern="1200"/>
            <a:t> to provoke reflection.</a:t>
          </a:r>
        </a:p>
      </dsp:txBody>
      <dsp:txXfrm>
        <a:off x="60199" y="1509339"/>
        <a:ext cx="6546435" cy="1112781"/>
      </dsp:txXfrm>
    </dsp:sp>
    <dsp:sp modelId="{D642E639-BCA9-48E7-9714-EBEF6B876D45}">
      <dsp:nvSpPr>
        <dsp:cNvPr id="0" name=""/>
        <dsp:cNvSpPr/>
      </dsp:nvSpPr>
      <dsp:spPr>
        <a:xfrm>
          <a:off x="0" y="277160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Helps designers ask: “</a:t>
          </a:r>
          <a:r>
            <a:rPr lang="en-US" sz="3100" i="1" kern="1200"/>
            <a:t>What if…?</a:t>
          </a:r>
          <a:r>
            <a:rPr lang="en-US" sz="3100" kern="1200"/>
            <a:t>”</a:t>
          </a:r>
        </a:p>
      </dsp:txBody>
      <dsp:txXfrm>
        <a:off x="60199" y="2831799"/>
        <a:ext cx="6546435" cy="1112781"/>
      </dsp:txXfrm>
    </dsp:sp>
    <dsp:sp modelId="{E9FBAA63-C6C7-47DE-A378-4C6BF08018DA}">
      <dsp:nvSpPr>
        <dsp:cNvPr id="0" name=""/>
        <dsp:cNvSpPr/>
      </dsp:nvSpPr>
      <dsp:spPr>
        <a:xfrm>
          <a:off x="0" y="409406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Encourages consideration of </a:t>
          </a:r>
          <a:r>
            <a:rPr lang="en-US" sz="3100" b="1" kern="1200"/>
            <a:t>ethical, social, and cultural impacts</a:t>
          </a:r>
          <a:r>
            <a:rPr lang="en-US" sz="3100" kern="1200"/>
            <a:t>.</a:t>
          </a:r>
        </a:p>
      </dsp:txBody>
      <dsp:txXfrm>
        <a:off x="60199" y="4154259"/>
        <a:ext cx="6546435" cy="11127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62F5F-6C9D-4659-9237-C4EA7B0A06A0}">
      <dsp:nvSpPr>
        <dsp:cNvPr id="0" name=""/>
        <dsp:cNvSpPr/>
      </dsp:nvSpPr>
      <dsp:spPr>
        <a:xfrm>
          <a:off x="3367512" y="0"/>
          <a:ext cx="4192805" cy="419280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18086-C08A-449E-B5A4-D6A2CF656DA7}">
      <dsp:nvSpPr>
        <dsp:cNvPr id="0" name=""/>
        <dsp:cNvSpPr/>
      </dsp:nvSpPr>
      <dsp:spPr>
        <a:xfrm>
          <a:off x="3640044" y="272532"/>
          <a:ext cx="1677122" cy="16771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Stimulates </a:t>
          </a:r>
          <a:r>
            <a:rPr lang="en-US" sz="1400" b="1" kern="1200"/>
            <a:t>discussion and critical thinking</a:t>
          </a:r>
          <a:r>
            <a:rPr lang="en-US" sz="1400" kern="1200"/>
            <a:t> about design choices.</a:t>
          </a:r>
        </a:p>
      </dsp:txBody>
      <dsp:txXfrm>
        <a:off x="3721914" y="354402"/>
        <a:ext cx="1513382" cy="1513382"/>
      </dsp:txXfrm>
    </dsp:sp>
    <dsp:sp modelId="{05EFF19D-1852-47E8-B2CA-8B724FB3FDD0}">
      <dsp:nvSpPr>
        <dsp:cNvPr id="0" name=""/>
        <dsp:cNvSpPr/>
      </dsp:nvSpPr>
      <dsp:spPr>
        <a:xfrm>
          <a:off x="5610662" y="272532"/>
          <a:ext cx="1677122" cy="167712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Reveals </a:t>
          </a:r>
          <a:r>
            <a:rPr lang="en-US" sz="1400" b="1" kern="1200"/>
            <a:t>hidden assumptions</a:t>
          </a:r>
          <a:r>
            <a:rPr lang="en-US" sz="1400" kern="1200"/>
            <a:t> behind new technologies.</a:t>
          </a:r>
        </a:p>
      </dsp:txBody>
      <dsp:txXfrm>
        <a:off x="5692532" y="354402"/>
        <a:ext cx="1513382" cy="1513382"/>
      </dsp:txXfrm>
    </dsp:sp>
    <dsp:sp modelId="{02BB9171-2478-4C53-90C0-A4B6F1C8CED1}">
      <dsp:nvSpPr>
        <dsp:cNvPr id="0" name=""/>
        <dsp:cNvSpPr/>
      </dsp:nvSpPr>
      <dsp:spPr>
        <a:xfrm>
          <a:off x="3640044" y="2243150"/>
          <a:ext cx="1677122" cy="167712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Useful in early design stages to </a:t>
          </a:r>
          <a:r>
            <a:rPr lang="en-US" sz="1400" b="1" kern="1200"/>
            <a:t>envision opportunities and risks</a:t>
          </a:r>
          <a:r>
            <a:rPr lang="en-US" sz="1400" kern="1200"/>
            <a:t>.</a:t>
          </a:r>
        </a:p>
      </dsp:txBody>
      <dsp:txXfrm>
        <a:off x="3721914" y="2325020"/>
        <a:ext cx="1513382" cy="1513382"/>
      </dsp:txXfrm>
    </dsp:sp>
    <dsp:sp modelId="{A667893F-88CE-45A1-9551-88A376644830}">
      <dsp:nvSpPr>
        <dsp:cNvPr id="0" name=""/>
        <dsp:cNvSpPr/>
      </dsp:nvSpPr>
      <dsp:spPr>
        <a:xfrm>
          <a:off x="5610662" y="2243150"/>
          <a:ext cx="1677122" cy="167712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Can complement Contextual Inquiry → “Observe what </a:t>
          </a:r>
          <a:r>
            <a:rPr lang="en-US" sz="1400" i="1" kern="1200"/>
            <a:t>is</a:t>
          </a:r>
          <a:r>
            <a:rPr lang="en-US" sz="1400" kern="1200"/>
            <a:t>, imagine what </a:t>
          </a:r>
          <a:r>
            <a:rPr lang="en-US" sz="1400" i="1" kern="1200"/>
            <a:t>could be</a:t>
          </a:r>
          <a:r>
            <a:rPr lang="en-US" sz="1400" kern="1200"/>
            <a:t>.”</a:t>
          </a:r>
        </a:p>
      </dsp:txBody>
      <dsp:txXfrm>
        <a:off x="5692532" y="2325020"/>
        <a:ext cx="1513382" cy="15133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6871D-14E5-4DFF-A139-788BE0B72C9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B8494-688C-4E36-A392-C7A1C652FD3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13B5E-42F6-4C35-925E-5D9575FB5C27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Contextual Inquiry</a:t>
          </a:r>
          <a:r>
            <a:rPr lang="en-US" sz="2000" kern="1200"/>
            <a:t> → Grounded understanding of real user contexts.</a:t>
          </a:r>
        </a:p>
      </dsp:txBody>
      <dsp:txXfrm>
        <a:off x="1428292" y="2439"/>
        <a:ext cx="4873308" cy="1236616"/>
      </dsp:txXfrm>
    </dsp:sp>
    <dsp:sp modelId="{49845813-4A9C-4ACD-9916-CB52CFBA48DD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B5395-A8EB-45B1-9571-674FE1A50C5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154D5-6AC7-479E-BDA1-557124E92FA2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Design Fiction</a:t>
          </a:r>
          <a:r>
            <a:rPr lang="en-US" sz="2000" kern="1200"/>
            <a:t> → Imaginative exploration of future possibilities.</a:t>
          </a:r>
        </a:p>
      </dsp:txBody>
      <dsp:txXfrm>
        <a:off x="1428292" y="1548210"/>
        <a:ext cx="4873308" cy="1236616"/>
      </dsp:txXfrm>
    </dsp:sp>
    <dsp:sp modelId="{9CA3F9FA-F902-4BAE-BEBC-405CE155817F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45FF3-0328-4D01-A672-578E4207EEA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A1FA5-17C3-480F-809B-035F707F21BF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reveal </a:t>
          </a:r>
          <a:r>
            <a:rPr lang="en-US" sz="2000" b="1" kern="1200"/>
            <a:t>hidden requirements</a:t>
          </a:r>
          <a:r>
            <a:rPr lang="en-US" sz="2000" kern="1200"/>
            <a:t> — one by </a:t>
          </a:r>
          <a:r>
            <a:rPr lang="en-US" sz="2000" i="1" kern="1200"/>
            <a:t>observation</a:t>
          </a:r>
          <a:r>
            <a:rPr lang="en-US" sz="2000" kern="1200"/>
            <a:t>, one by </a:t>
          </a:r>
          <a:r>
            <a:rPr lang="en-US" sz="2000" i="1" kern="1200"/>
            <a:t>imagination</a:t>
          </a:r>
          <a:r>
            <a:rPr lang="en-US" sz="2000" kern="1200"/>
            <a:t>.</a:t>
          </a:r>
        </a:p>
      </dsp:txBody>
      <dsp:txXfrm>
        <a:off x="1428292" y="3093981"/>
        <a:ext cx="4873308" cy="1236616"/>
      </dsp:txXfrm>
    </dsp:sp>
    <dsp:sp modelId="{22F5557E-628B-43CD-AF8F-7ACF2DC37CA2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D052F-1FE4-4E8F-B700-340A464F337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DA567-7139-40F4-9AC5-6BBB7F6655B1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Together, they help designers create </a:t>
          </a:r>
          <a:r>
            <a:rPr lang="en-US" sz="2000" b="1" kern="1200"/>
            <a:t>meaningful, forward-thinking experiences</a:t>
          </a:r>
          <a:r>
            <a:rPr lang="en-US" sz="2000" kern="1200"/>
            <a:t>.</a:t>
          </a:r>
        </a:p>
      </dsp:txBody>
      <dsp:txXfrm>
        <a:off x="1428292" y="4639752"/>
        <a:ext cx="4873308" cy="12366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974DA-45E9-4E80-9484-E843B1704541}">
      <dsp:nvSpPr>
        <dsp:cNvPr id="0" name=""/>
        <dsp:cNvSpPr/>
      </dsp:nvSpPr>
      <dsp:spPr>
        <a:xfrm>
          <a:off x="0" y="40290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 persona is a fictional but realistic representation of a typical user.</a:t>
          </a:r>
        </a:p>
      </dsp:txBody>
      <dsp:txXfrm>
        <a:off x="0" y="40290"/>
        <a:ext cx="3286125" cy="1971675"/>
      </dsp:txXfrm>
    </dsp:sp>
    <dsp:sp modelId="{77D7D390-B8BF-4B98-B58A-A78C99608223}">
      <dsp:nvSpPr>
        <dsp:cNvPr id="0" name=""/>
        <dsp:cNvSpPr/>
      </dsp:nvSpPr>
      <dsp:spPr>
        <a:xfrm>
          <a:off x="3614737" y="40290"/>
          <a:ext cx="3286125" cy="1971675"/>
        </a:xfrm>
        <a:prstGeom prst="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Based on user research, interviews, and observations.</a:t>
          </a:r>
        </a:p>
      </dsp:txBody>
      <dsp:txXfrm>
        <a:off x="3614737" y="40290"/>
        <a:ext cx="3286125" cy="1971675"/>
      </dsp:txXfrm>
    </dsp:sp>
    <dsp:sp modelId="{3B344D09-1F31-4ABF-AD6A-FC40D0AB8F33}">
      <dsp:nvSpPr>
        <dsp:cNvPr id="0" name=""/>
        <dsp:cNvSpPr/>
      </dsp:nvSpPr>
      <dsp:spPr>
        <a:xfrm>
          <a:off x="7229475" y="40290"/>
          <a:ext cx="3286125" cy="1971675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Includes details like goals, behaviors, motivations, and frustrations.</a:t>
          </a:r>
        </a:p>
      </dsp:txBody>
      <dsp:txXfrm>
        <a:off x="7229475" y="40290"/>
        <a:ext cx="3286125" cy="1971675"/>
      </dsp:txXfrm>
    </dsp:sp>
    <dsp:sp modelId="{CB4DDEEA-9AA0-4338-8C8E-94A73F8806A7}">
      <dsp:nvSpPr>
        <dsp:cNvPr id="0" name=""/>
        <dsp:cNvSpPr/>
      </dsp:nvSpPr>
      <dsp:spPr>
        <a:xfrm>
          <a:off x="1807368" y="2340578"/>
          <a:ext cx="3286125" cy="1971675"/>
        </a:xfrm>
        <a:prstGeom prst="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Helps designers empathize with users and focus on their needs.</a:t>
          </a:r>
        </a:p>
      </dsp:txBody>
      <dsp:txXfrm>
        <a:off x="1807368" y="2340578"/>
        <a:ext cx="3286125" cy="1971675"/>
      </dsp:txXfrm>
    </dsp:sp>
    <dsp:sp modelId="{8404DEA2-4FCF-4A29-8B20-8F4B2307980A}">
      <dsp:nvSpPr>
        <dsp:cNvPr id="0" name=""/>
        <dsp:cNvSpPr/>
      </dsp:nvSpPr>
      <dsp:spPr>
        <a:xfrm>
          <a:off x="5422106" y="2340578"/>
          <a:ext cx="3286125" cy="197167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Keeps the design process human-centered and evidence-based.</a:t>
          </a:r>
        </a:p>
      </dsp:txBody>
      <dsp:txXfrm>
        <a:off x="5422106" y="2340578"/>
        <a:ext cx="3286125" cy="197167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C348E-46AB-41DC-911F-702DC0338D8B}">
      <dsp:nvSpPr>
        <dsp:cNvPr id="0" name=""/>
        <dsp:cNvSpPr/>
      </dsp:nvSpPr>
      <dsp:spPr>
        <a:xfrm>
          <a:off x="0" y="40290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scenario is an informal narrative describing user activity.</a:t>
          </a:r>
        </a:p>
      </dsp:txBody>
      <dsp:txXfrm>
        <a:off x="0" y="40290"/>
        <a:ext cx="3286125" cy="1971675"/>
      </dsp:txXfrm>
    </dsp:sp>
    <dsp:sp modelId="{0BA8E28E-FEA5-4316-8843-144ED8D06EBE}">
      <dsp:nvSpPr>
        <dsp:cNvPr id="0" name=""/>
        <dsp:cNvSpPr/>
      </dsp:nvSpPr>
      <dsp:spPr>
        <a:xfrm>
          <a:off x="3614737" y="40290"/>
          <a:ext cx="3286125" cy="1971675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shows when, where, and how a persona interacts with a system.</a:t>
          </a:r>
        </a:p>
      </dsp:txBody>
      <dsp:txXfrm>
        <a:off x="3614737" y="40290"/>
        <a:ext cx="3286125" cy="1971675"/>
      </dsp:txXfrm>
    </dsp:sp>
    <dsp:sp modelId="{6E54FFD9-BD7C-44CD-94F9-AD4B19FBCC1A}">
      <dsp:nvSpPr>
        <dsp:cNvPr id="0" name=""/>
        <dsp:cNvSpPr/>
      </dsp:nvSpPr>
      <dsp:spPr>
        <a:xfrm>
          <a:off x="7229475" y="40290"/>
          <a:ext cx="3286125" cy="197167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Focuses on the user’s goals, actions, and experiences in context.</a:t>
          </a:r>
        </a:p>
      </dsp:txBody>
      <dsp:txXfrm>
        <a:off x="7229475" y="40290"/>
        <a:ext cx="3286125" cy="1971675"/>
      </dsp:txXfrm>
    </dsp:sp>
    <dsp:sp modelId="{077EC147-16E7-42A8-BA7F-74B2E38CD1D4}">
      <dsp:nvSpPr>
        <dsp:cNvPr id="0" name=""/>
        <dsp:cNvSpPr/>
      </dsp:nvSpPr>
      <dsp:spPr>
        <a:xfrm>
          <a:off x="1807368" y="2340578"/>
          <a:ext cx="3286125" cy="1971675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Helps designers explore situations, needs, and constraints.</a:t>
          </a:r>
        </a:p>
      </dsp:txBody>
      <dsp:txXfrm>
        <a:off x="1807368" y="2340578"/>
        <a:ext cx="3286125" cy="1971675"/>
      </dsp:txXfrm>
    </dsp:sp>
    <dsp:sp modelId="{4E78697A-B183-48F8-B091-0D5A6D2BC6FE}">
      <dsp:nvSpPr>
        <dsp:cNvPr id="0" name=""/>
        <dsp:cNvSpPr/>
      </dsp:nvSpPr>
      <dsp:spPr>
        <a:xfrm>
          <a:off x="5422106" y="2340578"/>
          <a:ext cx="3286125" cy="197167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Describes the story of use, not just the system’s function.</a:t>
          </a:r>
        </a:p>
      </dsp:txBody>
      <dsp:txXfrm>
        <a:off x="5422106" y="2340578"/>
        <a:ext cx="3286125" cy="197167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02B43-9BF5-44EF-A68C-0F35A18279C4}">
      <dsp:nvSpPr>
        <dsp:cNvPr id="0" name=""/>
        <dsp:cNvSpPr/>
      </dsp:nvSpPr>
      <dsp:spPr>
        <a:xfrm>
          <a:off x="340423" y="41262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EB88B-B77B-4EDC-825C-3278D2D4932C}">
      <dsp:nvSpPr>
        <dsp:cNvPr id="0" name=""/>
        <dsp:cNvSpPr/>
      </dsp:nvSpPr>
      <dsp:spPr>
        <a:xfrm>
          <a:off x="565739" y="637941"/>
          <a:ext cx="606621" cy="6066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BF6EE-4C20-4C30-8D03-B7088F4089AD}">
      <dsp:nvSpPr>
        <dsp:cNvPr id="0" name=""/>
        <dsp:cNvSpPr/>
      </dsp:nvSpPr>
      <dsp:spPr>
        <a:xfrm>
          <a:off x="2448" y="1799187"/>
          <a:ext cx="1733203" cy="823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Early in design → short, text-based scenarios for exploring ideas.</a:t>
          </a:r>
        </a:p>
      </dsp:txBody>
      <dsp:txXfrm>
        <a:off x="2448" y="1799187"/>
        <a:ext cx="1733203" cy="823271"/>
      </dsp:txXfrm>
    </dsp:sp>
    <dsp:sp modelId="{B6E2FB0D-0559-4C8B-A7F5-8AB3E99EB69D}">
      <dsp:nvSpPr>
        <dsp:cNvPr id="0" name=""/>
        <dsp:cNvSpPr/>
      </dsp:nvSpPr>
      <dsp:spPr>
        <a:xfrm>
          <a:off x="2376937" y="41262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4035B-A0CE-4D59-8F51-2B9FECE3BF56}">
      <dsp:nvSpPr>
        <dsp:cNvPr id="0" name=""/>
        <dsp:cNvSpPr/>
      </dsp:nvSpPr>
      <dsp:spPr>
        <a:xfrm>
          <a:off x="2602253" y="637941"/>
          <a:ext cx="606621" cy="6066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6D4C2-81E2-4BEC-8221-4BBA5900591D}">
      <dsp:nvSpPr>
        <dsp:cNvPr id="0" name=""/>
        <dsp:cNvSpPr/>
      </dsp:nvSpPr>
      <dsp:spPr>
        <a:xfrm>
          <a:off x="2038962" y="1799187"/>
          <a:ext cx="1733203" cy="823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Later in design → detailed scenarios for refining and communicating requirements.</a:t>
          </a:r>
        </a:p>
      </dsp:txBody>
      <dsp:txXfrm>
        <a:off x="2038962" y="1799187"/>
        <a:ext cx="1733203" cy="823271"/>
      </dsp:txXfrm>
    </dsp:sp>
    <dsp:sp modelId="{7EEAB67D-3BAB-4286-AE0E-959D4F3E922B}">
      <dsp:nvSpPr>
        <dsp:cNvPr id="0" name=""/>
        <dsp:cNvSpPr/>
      </dsp:nvSpPr>
      <dsp:spPr>
        <a:xfrm>
          <a:off x="4413450" y="412625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0FACE-5EE9-4E01-BFFC-53ADA3EFCBD6}">
      <dsp:nvSpPr>
        <dsp:cNvPr id="0" name=""/>
        <dsp:cNvSpPr/>
      </dsp:nvSpPr>
      <dsp:spPr>
        <a:xfrm>
          <a:off x="4638767" y="637941"/>
          <a:ext cx="606621" cy="6066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DBF49-FB8F-4292-B865-816148FBAE6F}">
      <dsp:nvSpPr>
        <dsp:cNvPr id="0" name=""/>
        <dsp:cNvSpPr/>
      </dsp:nvSpPr>
      <dsp:spPr>
        <a:xfrm>
          <a:off x="4075476" y="1799187"/>
          <a:ext cx="1733203" cy="823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Balance depends on project stage and goals.</a:t>
          </a:r>
        </a:p>
      </dsp:txBody>
      <dsp:txXfrm>
        <a:off x="4075476" y="1799187"/>
        <a:ext cx="1733203" cy="823271"/>
      </dsp:txXfrm>
    </dsp:sp>
    <dsp:sp modelId="{ACF57077-A202-47B6-B455-375D6AC52013}">
      <dsp:nvSpPr>
        <dsp:cNvPr id="0" name=""/>
        <dsp:cNvSpPr/>
      </dsp:nvSpPr>
      <dsp:spPr>
        <a:xfrm>
          <a:off x="1358680" y="3055759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16AF-41D5-4D38-9801-721CA11C428B}">
      <dsp:nvSpPr>
        <dsp:cNvPr id="0" name=""/>
        <dsp:cNvSpPr/>
      </dsp:nvSpPr>
      <dsp:spPr>
        <a:xfrm>
          <a:off x="1583996" y="3281076"/>
          <a:ext cx="606621" cy="6066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C8DD3-9C2E-4D1E-9D4E-B1DD5126C58D}">
      <dsp:nvSpPr>
        <dsp:cNvPr id="0" name=""/>
        <dsp:cNvSpPr/>
      </dsp:nvSpPr>
      <dsp:spPr>
        <a:xfrm>
          <a:off x="1020705" y="4442322"/>
          <a:ext cx="1733203" cy="823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More detail = better for stakeholder communication.</a:t>
          </a:r>
        </a:p>
      </dsp:txBody>
      <dsp:txXfrm>
        <a:off x="1020705" y="4442322"/>
        <a:ext cx="1733203" cy="823271"/>
      </dsp:txXfrm>
    </dsp:sp>
    <dsp:sp modelId="{E7A5C61E-04C4-4D3D-A007-09CDC4C70DEE}">
      <dsp:nvSpPr>
        <dsp:cNvPr id="0" name=""/>
        <dsp:cNvSpPr/>
      </dsp:nvSpPr>
      <dsp:spPr>
        <a:xfrm>
          <a:off x="3395193" y="3055759"/>
          <a:ext cx="1057253" cy="10572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AD708-A270-4966-884B-8B7E5FEF1AD3}">
      <dsp:nvSpPr>
        <dsp:cNvPr id="0" name=""/>
        <dsp:cNvSpPr/>
      </dsp:nvSpPr>
      <dsp:spPr>
        <a:xfrm>
          <a:off x="3620510" y="3281076"/>
          <a:ext cx="606621" cy="6066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996B5-9571-4231-9205-8F33C3FCDE70}">
      <dsp:nvSpPr>
        <dsp:cNvPr id="0" name=""/>
        <dsp:cNvSpPr/>
      </dsp:nvSpPr>
      <dsp:spPr>
        <a:xfrm>
          <a:off x="3057219" y="4442322"/>
          <a:ext cx="1733203" cy="823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Abstract scenarios = better for early ideation.</a:t>
          </a:r>
        </a:p>
      </dsp:txBody>
      <dsp:txXfrm>
        <a:off x="3057219" y="4442322"/>
        <a:ext cx="1733203" cy="82327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9A347-F583-41C7-8830-91A0C9F79D7B}">
      <dsp:nvSpPr>
        <dsp:cNvPr id="0" name=""/>
        <dsp:cNvSpPr/>
      </dsp:nvSpPr>
      <dsp:spPr>
        <a:xfrm>
          <a:off x="47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BD0C1-B9F4-4075-901C-6FE203E2A58B}">
      <dsp:nvSpPr>
        <dsp:cNvPr id="0" name=""/>
        <dsp:cNvSpPr/>
      </dsp:nvSpPr>
      <dsp:spPr>
        <a:xfrm>
          <a:off x="71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D814E-602D-4AEF-ABFF-4A7EC30865C9}">
      <dsp:nvSpPr>
        <dsp:cNvPr id="0" name=""/>
        <dsp:cNvSpPr/>
      </dsp:nvSpPr>
      <dsp:spPr>
        <a:xfrm>
          <a:off x="12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Personas define who and why.</a:t>
          </a:r>
        </a:p>
      </dsp:txBody>
      <dsp:txXfrm>
        <a:off x="127800" y="2334438"/>
        <a:ext cx="1800000" cy="720000"/>
      </dsp:txXfrm>
    </dsp:sp>
    <dsp:sp modelId="{E394070F-7F5F-4A16-8C13-733E69B8CF22}">
      <dsp:nvSpPr>
        <dsp:cNvPr id="0" name=""/>
        <dsp:cNvSpPr/>
      </dsp:nvSpPr>
      <dsp:spPr>
        <a:xfrm>
          <a:off x="2593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1500A-A0A1-4328-B145-867AC55B4A91}">
      <dsp:nvSpPr>
        <dsp:cNvPr id="0" name=""/>
        <dsp:cNvSpPr/>
      </dsp:nvSpPr>
      <dsp:spPr>
        <a:xfrm>
          <a:off x="2827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4DED5-18CE-4BCB-BAC2-538A83F962C7}">
      <dsp:nvSpPr>
        <dsp:cNvPr id="0" name=""/>
        <dsp:cNvSpPr/>
      </dsp:nvSpPr>
      <dsp:spPr>
        <a:xfrm>
          <a:off x="224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Scenarios define when, where, and how.</a:t>
          </a:r>
        </a:p>
      </dsp:txBody>
      <dsp:txXfrm>
        <a:off x="2242800" y="2334438"/>
        <a:ext cx="1800000" cy="720000"/>
      </dsp:txXfrm>
    </dsp:sp>
    <dsp:sp modelId="{816368B6-B50B-4F5A-88C2-C6DF14757EC0}">
      <dsp:nvSpPr>
        <dsp:cNvPr id="0" name=""/>
        <dsp:cNvSpPr/>
      </dsp:nvSpPr>
      <dsp:spPr>
        <a:xfrm>
          <a:off x="470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87C67-9791-4070-9C5E-0FA811917982}">
      <dsp:nvSpPr>
        <dsp:cNvPr id="0" name=""/>
        <dsp:cNvSpPr/>
      </dsp:nvSpPr>
      <dsp:spPr>
        <a:xfrm>
          <a:off x="494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B2DEA-E5D9-4CE7-B318-590EDCE01871}">
      <dsp:nvSpPr>
        <dsp:cNvPr id="0" name=""/>
        <dsp:cNvSpPr/>
      </dsp:nvSpPr>
      <dsp:spPr>
        <a:xfrm>
          <a:off x="435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Together they translate user goals into design requirements.</a:t>
          </a:r>
        </a:p>
      </dsp:txBody>
      <dsp:txXfrm>
        <a:off x="4357800" y="2334438"/>
        <a:ext cx="1800000" cy="720000"/>
      </dsp:txXfrm>
    </dsp:sp>
    <dsp:sp modelId="{6CC32994-2BC9-40B2-9D9D-9613D98F94DC}">
      <dsp:nvSpPr>
        <dsp:cNvPr id="0" name=""/>
        <dsp:cNvSpPr/>
      </dsp:nvSpPr>
      <dsp:spPr>
        <a:xfrm>
          <a:off x="6823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A496A-8496-4315-8AC5-52171ABAF094}">
      <dsp:nvSpPr>
        <dsp:cNvPr id="0" name=""/>
        <dsp:cNvSpPr/>
      </dsp:nvSpPr>
      <dsp:spPr>
        <a:xfrm>
          <a:off x="7057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F9451-30E9-4E38-85B9-9FED60E180D4}">
      <dsp:nvSpPr>
        <dsp:cNvPr id="0" name=""/>
        <dsp:cNvSpPr/>
      </dsp:nvSpPr>
      <dsp:spPr>
        <a:xfrm>
          <a:off x="647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Strengthen empathy and understanding of real-world use.</a:t>
          </a:r>
        </a:p>
      </dsp:txBody>
      <dsp:txXfrm>
        <a:off x="6472800" y="2334438"/>
        <a:ext cx="1800000" cy="720000"/>
      </dsp:txXfrm>
    </dsp:sp>
    <dsp:sp modelId="{AF703CAF-AFD5-4370-848C-4A860F5A07DC}">
      <dsp:nvSpPr>
        <dsp:cNvPr id="0" name=""/>
        <dsp:cNvSpPr/>
      </dsp:nvSpPr>
      <dsp:spPr>
        <a:xfrm>
          <a:off x="893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B7ED8-A2E1-4477-AF60-FFEC94BC88E4}">
      <dsp:nvSpPr>
        <dsp:cNvPr id="0" name=""/>
        <dsp:cNvSpPr/>
      </dsp:nvSpPr>
      <dsp:spPr>
        <a:xfrm>
          <a:off x="917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BDA74-757C-4CF1-A6E0-84AA9E4F25EA}">
      <dsp:nvSpPr>
        <dsp:cNvPr id="0" name=""/>
        <dsp:cNvSpPr/>
      </dsp:nvSpPr>
      <dsp:spPr>
        <a:xfrm>
          <a:off x="858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Guide design priorities and testing scenarios.</a:t>
          </a:r>
        </a:p>
      </dsp:txBody>
      <dsp:txXfrm>
        <a:off x="8587800" y="2334438"/>
        <a:ext cx="180000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F0426-6CD5-427C-AF59-93DCA23784CF}">
      <dsp:nvSpPr>
        <dsp:cNvPr id="0" name=""/>
        <dsp:cNvSpPr/>
      </dsp:nvSpPr>
      <dsp:spPr>
        <a:xfrm>
          <a:off x="4289937" y="8483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EFC95-ECC1-4AD7-9E01-6F0ED5411841}">
      <dsp:nvSpPr>
        <dsp:cNvPr id="0" name=""/>
        <dsp:cNvSpPr/>
      </dsp:nvSpPr>
      <dsp:spPr>
        <a:xfrm>
          <a:off x="3101937" y="24992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hlinkClick xmlns:r="http://schemas.openxmlformats.org/officeDocument/2006/relationships" r:id="rId3"/>
            </a:rPr>
            <a:t>https://www.youtube.com/watch?v=kWPhg8wI5q0</a:t>
          </a:r>
          <a:endParaRPr lang="en-US" sz="1500" kern="1200"/>
        </a:p>
      </dsp:txBody>
      <dsp:txXfrm>
        <a:off x="3101937" y="2499284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A40F-AC24-7C47-3433-C52528663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FDE59-3064-FD0C-2CF4-D105B387D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04191-7093-425A-11A7-9512E162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B2A0-407C-EDDD-EDD9-35CA51CA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8A0BD-3376-B41D-D4AF-CC13534E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5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D39F-2130-B2BC-BFD9-A00610F7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89057-FBD3-FA0C-864D-DDB55D2E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AB12-88DE-27C6-6566-3F6C329B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004F-ED00-6375-A7A2-73DC09D0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21F79-DD3E-0597-2C61-4FE96B64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F5D7-D837-74F2-6D50-A3AC9434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55585-38C6-6494-B5CA-C5B5C5D15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6B4E7-21D0-D940-7E03-9ABBDEA4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DE505-3E4B-029A-5B89-A0037EC0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D07DB-6D7F-A343-284D-6D40D178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7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87A0-4C0D-49F0-B36C-36AA634E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80F3-854B-805E-6443-3089F3443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4901B-9950-6C8C-50B3-3506FF737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4DAEB-0D19-25E8-146A-123B3C42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4C56E-A4A6-8494-E627-206A8542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0BB78-5CFC-447C-FC0A-00443CCE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4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06F0-4BC0-AD4E-2AD3-0590C799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1DCF1-0D81-F735-40EE-B0E09DB6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10078-768C-FFD6-5D97-3DD1C8DF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3B363-7BD1-F890-3BE9-034D0E39A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377B0-73B2-DAEE-F059-EED216BCC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247EB-8C9D-A671-8D5F-1168A041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0DBF9-586E-5CF9-40E3-E3B73B7D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97C1D-75C3-F656-53CD-EB7F63F5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0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76C8-649E-C705-3002-7D80D6DB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5A760-8089-B758-A15F-C43C20D7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92012-83BF-F25B-3287-ADF90E97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2D2E2-3325-8227-F3DD-E8DB4596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8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82744-A887-2E4B-8B5C-7B25F873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EF305-2AE0-A57F-16C9-3E1E1263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C459F-7B91-7EAD-DDCF-C5E83CA8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3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A736-15E7-D2F9-1451-C849A5AC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FB832-05F3-8A53-10F7-DA15F04C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45246-C5FB-F39F-2AD6-B115D10E4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EC69-919F-A62F-47DA-AD3C3902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C0523-4D60-3BAE-2E2F-74C4B0D3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AEBAF-D68A-CBFD-E029-693B0E87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2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EF35-BAC5-29A1-CA1E-EB1E6700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864DF-1A81-1593-EFEE-6BCBC6B2E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647C8-E716-2610-081E-BD2E0728A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8D977-7156-B5D3-4A5E-DAD0E176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E0957-A676-3CE8-9F03-F27CA2B6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7B776-CA7B-D025-5AA2-FD0FE444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6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EDF7-46BC-F141-6DC6-16D933FF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12A9-BCFB-E8CE-C7D2-E8EA3F553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2E160-12E4-AE10-E270-FE7335EA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A9D80-502E-C201-E6A8-5D036B9D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E9F1-96CF-135B-14BA-FC03B1DA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4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9CAAA-E716-FA20-37CD-8BDB989AA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6E284-09BE-B839-155B-54F0EDB74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D9858-420F-7BC2-5BBB-E4CC767C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1E9B4-C9E7-8691-1C16-599FB6ED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23D2-110D-5730-DCCE-2B45CA49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8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9A049-13F1-9FE9-843F-937DB4DEC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C5CC6-2400-F62E-86C8-2A2A562D7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07BB-099F-F48D-D3F5-B16EE50E2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ABB1-B905-4272-AC05-7E70D74558E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FF6B1-26B6-1D75-10B0-DB8AB2B8A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F1361-9E69-477D-44C4-DB4C2151D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87BE9-1002-46E7-8FA5-40F7BCA1C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8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mailto:eua0002@auburn.edu" TargetMode="External"/><Relationship Id="rId2" Type="http://schemas.openxmlformats.org/officeDocument/2006/relationships/hyperlink" Target="mailto:kzv0032@auburn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ds0161@auburn.edu" TargetMode="External"/><Relationship Id="rId4" Type="http://schemas.openxmlformats.org/officeDocument/2006/relationships/hyperlink" Target="mailto:azb0364@auburn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91CF6-21C5-27C1-D243-37A602652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Chapter 11 Developing Requirement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4D9ED-A888-6A22-1624-A916DED4D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Group 1</a:t>
            </a:r>
          </a:p>
          <a:p>
            <a:pPr algn="l"/>
            <a:r>
              <a:rPr lang="en-US"/>
              <a:t>UID 5620/6620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FF07EF85-0C9F-94F8-2DDC-C79DDA259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82" r="238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95FE4-73F0-3093-DDE6-4B82A5A4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Title and Goals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B8D1E10A-E1DF-79D0-1608-E3CF221EE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24" r="2907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7B37-A289-3B1A-9B08-882E4BB2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/>
              <a:t>Discovering Requirement</a:t>
            </a:r>
          </a:p>
          <a:p>
            <a:pPr lvl="1"/>
            <a:r>
              <a:rPr lang="en-US" sz="2200"/>
              <a:t>What they are, types, and why they matter</a:t>
            </a:r>
          </a:p>
          <a:p>
            <a:r>
              <a:rPr lang="en-US" sz="2200"/>
              <a:t>Outcomes</a:t>
            </a:r>
          </a:p>
          <a:p>
            <a:pPr lvl="1"/>
            <a:r>
              <a:rPr lang="en-US" sz="2200"/>
              <a:t>Define Requirement</a:t>
            </a:r>
          </a:p>
          <a:p>
            <a:pPr lvl="1"/>
            <a:r>
              <a:rPr lang="en-US" sz="2200"/>
              <a:t>Tell Functional vs non functional </a:t>
            </a:r>
          </a:p>
          <a:p>
            <a:pPr lvl="1"/>
            <a:r>
              <a:rPr lang="en-US" sz="2200"/>
              <a:t>Know why explicit capture matters</a:t>
            </a:r>
          </a:p>
        </p:txBody>
      </p:sp>
    </p:spTree>
    <p:extLst>
      <p:ext uri="{BB962C8B-B14F-4D97-AF65-F5344CB8AC3E}">
        <p14:creationId xmlns:p14="http://schemas.microsoft.com/office/powerpoint/2010/main" val="243662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F1DAA-A857-F047-C0AB-8D6BC2B0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Where Requirements Sit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D3C78-AD7C-AFA1-2A1E-4CEFB122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6655" y="567223"/>
            <a:ext cx="7074409" cy="1920338"/>
          </a:xfrm>
        </p:spPr>
        <p:txBody>
          <a:bodyPr anchor="ctr">
            <a:normAutofit fontScale="47500" lnSpcReduction="20000"/>
          </a:bodyPr>
          <a:lstStyle/>
          <a:p>
            <a:r>
              <a:rPr lang="en-US" sz="7200">
                <a:solidFill>
                  <a:srgbClr val="FFFFFF"/>
                </a:solidFill>
              </a:rPr>
              <a:t>Early Double Diamond</a:t>
            </a:r>
          </a:p>
          <a:p>
            <a:r>
              <a:rPr lang="en-US" sz="7200">
                <a:solidFill>
                  <a:srgbClr val="FFFFFF"/>
                </a:solidFill>
              </a:rPr>
              <a:t>Requirements</a:t>
            </a:r>
          </a:p>
          <a:p>
            <a:pPr lvl="1"/>
            <a:r>
              <a:rPr lang="en-US" sz="7200">
                <a:solidFill>
                  <a:srgbClr val="FFFFFF"/>
                </a:solidFill>
              </a:rPr>
              <a:t>They evolve as stakeholders learn</a:t>
            </a:r>
          </a:p>
          <a:p>
            <a:pPr lvl="1"/>
            <a:r>
              <a:rPr lang="en-US" sz="7200">
                <a:solidFill>
                  <a:srgbClr val="FFFFFF"/>
                </a:solidFill>
              </a:rPr>
              <a:t>Cycles feed each other</a:t>
            </a:r>
          </a:p>
          <a:p>
            <a:endParaRPr lang="en-US" sz="600">
              <a:solidFill>
                <a:srgbClr val="FFFFFF"/>
              </a:solidFill>
            </a:endParaRPr>
          </a:p>
          <a:p>
            <a:endParaRPr lang="en-US" sz="6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5EB96-BBF2-442C-9FF2-68AFCA0AB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027300"/>
            <a:ext cx="10917936" cy="316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7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5A964-6A73-F625-5861-3015C7D0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What and How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D40AF-6BA0-F14E-885D-82098523E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0" r="43938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D22BD5-9717-6C5F-8013-A56E42960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89325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972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996A1-E78A-9FCE-8FC8-DEDDF06A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a Requirement?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F5DBBD-4057-BDED-E09A-C455D33D9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7597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5311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A0B14-099C-4FE0-E2D5-A9B06844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Types (Lead-in to Activity)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2F99C-F6B5-1456-507F-C4C1834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72" r="33407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C17D8B-D452-06A9-9F91-FB13E22FEA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073067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4646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E6870-3ED1-7650-1E8F-43091172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Activity to Perform in the Class</a:t>
            </a:r>
          </a:p>
        </p:txBody>
      </p:sp>
      <p:pic>
        <p:nvPicPr>
          <p:cNvPr id="5" name="Picture 4" descr="Neon Colored Gadgets">
            <a:extLst>
              <a:ext uri="{FF2B5EF4-FFF2-40B4-BE49-F238E27FC236}">
                <a16:creationId xmlns:a16="http://schemas.microsoft.com/office/drawing/2014/main" id="{D1DEC9B8-BCFB-6722-DA55-0896AC1F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50" r="43095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AF242-025B-249E-0F20-003764C8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500"/>
              <a:t>Classify each as Functional/Non-Functional for the following statements</a:t>
            </a:r>
          </a:p>
          <a:p>
            <a:pPr lvl="1"/>
            <a:r>
              <a:rPr lang="en-US" sz="1500"/>
              <a:t>Load the workout map in under 0.5 s on a smart watch </a:t>
            </a:r>
            <a:r>
              <a:rPr lang="en-US" sz="1500">
                <a:sym typeface="Wingdings" panose="05000000000000000000" pitchFamily="2" charset="2"/>
              </a:rPr>
              <a:t> </a:t>
            </a:r>
          </a:p>
          <a:p>
            <a:pPr lvl="2"/>
            <a:r>
              <a:rPr lang="en-US" sz="1500">
                <a:sym typeface="Wingdings" panose="05000000000000000000" pitchFamily="2" charset="2"/>
              </a:rPr>
              <a:t>Nonfunctional</a:t>
            </a:r>
          </a:p>
          <a:p>
            <a:pPr lvl="1"/>
            <a:r>
              <a:rPr lang="en-US" sz="1500">
                <a:sym typeface="Wingdings" panose="05000000000000000000" pitchFamily="2" charset="2"/>
              </a:rPr>
              <a:t>Users can save a favorite airline for all booking  </a:t>
            </a:r>
          </a:p>
          <a:p>
            <a:pPr lvl="2"/>
            <a:r>
              <a:rPr lang="en-US" sz="1500">
                <a:sym typeface="Wingdings" panose="05000000000000000000" pitchFamily="2" charset="2"/>
              </a:rPr>
              <a:t>Functional </a:t>
            </a:r>
          </a:p>
          <a:p>
            <a:pPr lvl="1"/>
            <a:r>
              <a:rPr lang="en-US" sz="1500">
                <a:sym typeface="Wingdings" panose="05000000000000000000" pitchFamily="2" charset="2"/>
              </a:rPr>
              <a:t>Appealing to teenager  </a:t>
            </a:r>
          </a:p>
          <a:p>
            <a:pPr lvl="2"/>
            <a:r>
              <a:rPr lang="en-US" sz="1500">
                <a:sym typeface="Wingdings" panose="05000000000000000000" pitchFamily="2" charset="2"/>
              </a:rPr>
              <a:t>Non Functional </a:t>
            </a:r>
          </a:p>
          <a:p>
            <a:pPr lvl="1"/>
            <a:r>
              <a:rPr lang="en-US" sz="1500">
                <a:sym typeface="Wingdings" panose="05000000000000000000" pitchFamily="2" charset="2"/>
              </a:rPr>
              <a:t>Runs on Xbox, PlayStation, and Switch </a:t>
            </a:r>
          </a:p>
          <a:p>
            <a:pPr lvl="2"/>
            <a:r>
              <a:rPr lang="en-US" sz="1500">
                <a:sym typeface="Wingdings" panose="05000000000000000000" pitchFamily="2" charset="2"/>
              </a:rPr>
              <a:t> Non Functional</a:t>
            </a:r>
          </a:p>
          <a:p>
            <a:pPr lvl="1"/>
            <a:r>
              <a:rPr lang="en-US" sz="1500">
                <a:sym typeface="Wingdings" panose="05000000000000000000" pitchFamily="2" charset="2"/>
              </a:rPr>
              <a:t>Export trip receipts to PDF  </a:t>
            </a:r>
          </a:p>
          <a:p>
            <a:pPr lvl="2"/>
            <a:r>
              <a:rPr lang="en-US" sz="1500">
                <a:sym typeface="Wingdings" panose="05000000000000000000" pitchFamily="2" charset="2"/>
              </a:rPr>
              <a:t>Functional </a:t>
            </a:r>
            <a:endParaRPr lang="en-US" sz="1500"/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7283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80AFB-61AB-99D2-2E49-B875C7BE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Discovering Requirements – Data Gathering Techniques</a:t>
            </a:r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1FFC8-BC67-F8C3-16C3-1F5790C65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4739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Based on </a:t>
            </a:r>
            <a:r>
              <a:rPr lang="en-US" sz="2200" i="1">
                <a:ea typeface="+mn-lt"/>
                <a:cs typeface="+mn-lt"/>
              </a:rPr>
              <a:t>Interaction Design</a:t>
            </a:r>
            <a:r>
              <a:rPr lang="en-US" sz="2200">
                <a:ea typeface="+mn-lt"/>
                <a:cs typeface="+mn-lt"/>
              </a:rPr>
              <a:t> (Preece et al.), Ch. 11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latin typeface="Cambria"/>
                <a:ea typeface="Cambria"/>
                <a:cs typeface="+mn-lt"/>
              </a:rPr>
              <a:t>Data gathering helps understand who the users are, what they do, and why they do it.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Focus: how designers gather data to understand users’ activities, needs, and motivations.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 b="1">
                <a:ea typeface="+mn-lt"/>
                <a:cs typeface="+mn-lt"/>
              </a:rPr>
              <a:t>Core techniques:</a:t>
            </a:r>
            <a:r>
              <a:rPr lang="en-US" sz="2200">
                <a:ea typeface="+mn-lt"/>
                <a:cs typeface="+mn-lt"/>
              </a:rPr>
              <a:t> Observation, Interviews, Questionnaires, Focus Groups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 b="1">
                <a:ea typeface="+mn-lt"/>
                <a:cs typeface="+mn-lt"/>
              </a:rPr>
              <a:t>Additional methods:</a:t>
            </a:r>
            <a:r>
              <a:rPr lang="en-US" sz="2200">
                <a:ea typeface="+mn-lt"/>
                <a:cs typeface="+mn-lt"/>
              </a:rPr>
              <a:t> Probes and Contextual Inquiry</a:t>
            </a:r>
            <a:endParaRPr lang="en-US"/>
          </a:p>
          <a:p>
            <a:pPr marL="0" indent="0">
              <a:buNone/>
            </a:pPr>
            <a:endParaRPr lang="en-US" sz="2200">
              <a:latin typeface="Aptos"/>
              <a:ea typeface="Calibri"/>
              <a:cs typeface="Calibri"/>
            </a:endParaRPr>
          </a:p>
          <a:p>
            <a:endParaRPr lang="en-US" sz="2200">
              <a:latin typeface="Arial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7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6540F-847F-349D-7466-4F54F848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/>
              <a:t>     </a:t>
            </a:r>
            <a:r>
              <a:rPr lang="en-US">
                <a:latin typeface="Aptos Display"/>
                <a:ea typeface="Calibri"/>
                <a:cs typeface="Calibri"/>
              </a:rPr>
              <a:t>         </a:t>
            </a:r>
            <a:r>
              <a:rPr lang="en-US">
                <a:latin typeface="Calibri"/>
                <a:ea typeface="Calibri"/>
                <a:cs typeface="Calibri"/>
              </a:rPr>
              <a:t>Purpose of Data Gathering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332282-0747-D154-D6AF-7082D79A9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71433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548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3810B-ECC4-9E08-CC5B-0744F3C9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02" y="642629"/>
            <a:ext cx="4518808" cy="5532326"/>
          </a:xfrm>
        </p:spPr>
        <p:txBody>
          <a:bodyPr>
            <a:normAutofit/>
          </a:bodyPr>
          <a:lstStyle/>
          <a:p>
            <a:r>
              <a:rPr lang="en-US" sz="6800">
                <a:ea typeface="+mj-lt"/>
                <a:cs typeface="+mj-lt"/>
              </a:rPr>
              <a:t>Observation 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DA5D8E-20B3-BFCC-E34E-46205F6F6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364952"/>
              </p:ext>
            </p:extLst>
          </p:nvPr>
        </p:nvGraphicFramePr>
        <p:xfrm>
          <a:off x="540127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275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85ACC-A671-6D6F-A48E-365439A0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Interviews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DCA439-3795-53DE-60EB-1180B7B79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86748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2201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BEBD8-56D8-083D-0EDB-B6F9840A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Questionnaires &amp; Focus Groups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4EE0-D2BF-8DB6-0765-39451F50D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628" y="479584"/>
            <a:ext cx="6906491" cy="620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Cambria"/>
                <a:ea typeface="Cambria"/>
                <a:cs typeface="+mn-lt"/>
              </a:rPr>
              <a:t>Questionnaires and focus groups are often used together.</a:t>
            </a:r>
            <a:br>
              <a:rPr lang="en-US" sz="2400">
                <a:latin typeface="Cambria"/>
                <a:ea typeface="Cambria"/>
                <a:cs typeface="+mn-lt"/>
              </a:rPr>
            </a:br>
            <a:r>
              <a:rPr lang="en-US" sz="1100">
                <a:latin typeface="Cambria"/>
                <a:ea typeface="Cambria"/>
                <a:cs typeface="+mn-lt"/>
              </a:rPr>
              <a:t> </a:t>
            </a:r>
            <a:br>
              <a:rPr lang="en-US" sz="1100">
                <a:latin typeface="Cambria"/>
                <a:ea typeface="Cambria"/>
                <a:cs typeface="+mn-lt"/>
              </a:rPr>
            </a:br>
            <a:endParaRPr lang="en-US" sz="1100">
              <a:latin typeface="Cambria"/>
              <a:ea typeface="Cambria"/>
              <a:cs typeface="+mn-lt"/>
            </a:endParaRPr>
          </a:p>
          <a:p>
            <a:r>
              <a:rPr lang="en-US" sz="2600" b="1">
                <a:ea typeface="+mn-lt"/>
                <a:cs typeface="+mn-lt"/>
              </a:rPr>
              <a:t>Questionnaires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Useful for reaching a large audience.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Collect quantitative feedback or preferences.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Benefit: quick and scalable; Limitation: less contextual depth.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Focus Groups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Small facilitated discussions (3–10 participants).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Surface shared opinions, conflicts, and ideas.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Benefit: consensus building; Limitation: dominant voices, groupthink.</a:t>
            </a:r>
            <a:endParaRPr lang="en-US" sz="2600"/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16094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0121C-F5FF-F087-D633-1FFE473C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     Figure 11.3 – EmotiCal and Echo 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8E46A-CC40-6BAB-E581-679B18CFD133}"/>
              </a:ext>
            </a:extLst>
          </p:cNvPr>
          <p:cNvSpPr txBox="1"/>
          <p:nvPr/>
        </p:nvSpPr>
        <p:spPr>
          <a:xfrm>
            <a:off x="836680" y="2405067"/>
            <a:ext cx="6002110" cy="37290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 (a) </a:t>
            </a:r>
            <a:r>
              <a:rPr lang="en-US" sz="2400" err="1"/>
              <a:t>EmotiCal</a:t>
            </a:r>
            <a:r>
              <a:rPr lang="en-US" sz="2400"/>
              <a:t> app – used for mood tracking and prediction.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 (b) Echo/Reflection diary app – used to log daily emotions.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FCCB34-ED93-B12F-157B-E3F80E4DB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71" r="-2" b="-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1446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19B3-4E04-FAEE-3946-8A03F836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Combining Techniques (Box 11.2)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CD2C34F-7FD7-C6A8-8255-DB9A9184F9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7497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FC2A6-E6CA-F823-B3B9-04201322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Additional Approaches: Probes &amp; Contextual Inquiry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4A7B2-594B-47DF-450C-7308AEEA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Probes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Creative tools (e.g., postcards, diaries, kits) that invite users to self-report and reflect.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Help uncover emotions and values.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Contextual Inquiry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Combines observation + interview in the user’s own setting.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Researcher = apprentice, User = master.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Four stages: Overview → Transition → Inquiry → Wrap-up.</a:t>
            </a:r>
            <a:endParaRPr lang="en-US"/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906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550F8-BA4C-C4FF-A2F5-EB8EF41F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     Figure 11.4 – Diary Probe Kits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EA6C6-53E5-4B28-8593-8C9B0A3E63F9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•Illustration from textbook showing diary probe setup: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•• Includes sticker sheets, pencils, mail-back envelopes, and camera.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•• Used by patients and caregivers to document health experiences.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•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alendars and a camera on a table&#10;&#10;AI-generated content may be incorrect.">
            <a:extLst>
              <a:ext uri="{FF2B5EF4-FFF2-40B4-BE49-F238E27FC236}">
                <a16:creationId xmlns:a16="http://schemas.microsoft.com/office/drawing/2014/main" id="{CAD4F14B-D4C4-6909-BC6A-8091BFF12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539740"/>
            <a:ext cx="5628018" cy="35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84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4BBE0-745B-86EB-3269-9FCB5A10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Best Practices &amp; Conclusion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EC9F1F4-4054-4C88-F214-52336D2C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64624"/>
            <a:ext cx="6906491" cy="6713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Plan sessions carefully; gain informed consent.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 multiple complementary techniques for reliability.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Record systematically and analyze patterns.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Reflect results directly in design decisions.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Takeaway:</a:t>
            </a:r>
            <a:r>
              <a:rPr lang="en-US">
                <a:ea typeface="+mn-lt"/>
                <a:cs typeface="+mn-lt"/>
              </a:rPr>
              <a:t> Observation, interviews, questionnaires, and focus groups are the foundation of data gathering—while probes and contextual inquiry extend these methods for deeper understanding.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>
              <a:latin typeface="Aptos" panose="0211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141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47CA8-3B4D-DCEE-43C4-C552684F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What is Contextual Inquiry?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01C3C5-03DF-D44D-7740-BE50B4F6B6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476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981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F993E-63CC-7CC8-72C3-2EBA4E4D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 fontScale="90000"/>
          </a:bodyPr>
          <a:lstStyle/>
          <a:p>
            <a:r>
              <a:rPr lang="en-US" sz="4600">
                <a:solidFill>
                  <a:srgbClr val="FFFFFF"/>
                </a:solidFill>
                <a:ea typeface="+mj-lt"/>
                <a:cs typeface="+mj-lt"/>
              </a:rPr>
              <a:t>Four Principles of Contextual Inquiry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D806F97-0954-BB6E-C544-7453E55C30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42672" y="1451030"/>
          <a:ext cx="5811128" cy="38593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19769">
                  <a:extLst>
                    <a:ext uri="{9D8B030D-6E8A-4147-A177-3AD203B41FA5}">
                      <a16:colId xmlns:a16="http://schemas.microsoft.com/office/drawing/2014/main" val="1652989054"/>
                    </a:ext>
                  </a:extLst>
                </a:gridCol>
                <a:gridCol w="3591359">
                  <a:extLst>
                    <a:ext uri="{9D8B030D-6E8A-4147-A177-3AD203B41FA5}">
                      <a16:colId xmlns:a16="http://schemas.microsoft.com/office/drawing/2014/main" val="1301847320"/>
                    </a:ext>
                  </a:extLst>
                </a:gridCol>
              </a:tblGrid>
              <a:tr h="499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Principle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Description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340018"/>
                  </a:ext>
                </a:extLst>
              </a:tr>
              <a:tr h="83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Context</a:t>
                      </a:r>
                      <a:endParaRPr lang="en-US" sz="2200"/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Observe tasks in the real setting.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569182"/>
                  </a:ext>
                </a:extLst>
              </a:tr>
              <a:tr h="83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Partnership</a:t>
                      </a:r>
                      <a:endParaRPr lang="en-US" sz="2200"/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User = expert, designer = apprentice.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339626"/>
                  </a:ext>
                </a:extLst>
              </a:tr>
              <a:tr h="83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Interpretation</a:t>
                      </a:r>
                      <a:endParaRPr lang="en-US" sz="2200"/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Discuss and validate findings with user.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08679"/>
                  </a:ext>
                </a:extLst>
              </a:tr>
              <a:tr h="83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Focus</a:t>
                      </a:r>
                      <a:endParaRPr lang="en-US" sz="2200"/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Keep attention on research goals.</a:t>
                      </a:r>
                    </a:p>
                  </a:txBody>
                  <a:tcPr marL="113511" marR="113511" marT="56755" marB="56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1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077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3FA7F-88AD-5E27-18DF-520124D0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How Contextual Inquiry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9CB59-63B7-10CA-A2E1-9E6D542C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Select participants</a:t>
            </a:r>
            <a:r>
              <a:rPr lang="en-US" sz="1700">
                <a:ea typeface="+mn-lt"/>
                <a:cs typeface="+mn-lt"/>
              </a:rPr>
              <a:t> who perform relevant tasks.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Observe &amp; ask questions</a:t>
            </a:r>
            <a:r>
              <a:rPr lang="en-US" sz="1700">
                <a:ea typeface="+mn-lt"/>
                <a:cs typeface="+mn-lt"/>
              </a:rPr>
              <a:t> while they work.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Take detailed notes</a:t>
            </a:r>
            <a:r>
              <a:rPr lang="en-US" sz="1700">
                <a:ea typeface="+mn-lt"/>
                <a:cs typeface="+mn-lt"/>
              </a:rPr>
              <a:t> (actions, quotes, artifacts).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Summarize insights</a:t>
            </a:r>
            <a:r>
              <a:rPr lang="en-US" sz="1700">
                <a:ea typeface="+mn-lt"/>
                <a:cs typeface="+mn-lt"/>
              </a:rPr>
              <a:t> into </a:t>
            </a:r>
            <a:r>
              <a:rPr lang="en-US" sz="1700" b="1">
                <a:ea typeface="+mn-lt"/>
                <a:cs typeface="+mn-lt"/>
              </a:rPr>
              <a:t>affinity diagrams or models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Validate interpretations</a:t>
            </a:r>
            <a:r>
              <a:rPr lang="en-US" sz="1700">
                <a:ea typeface="+mn-lt"/>
                <a:cs typeface="+mn-lt"/>
              </a:rPr>
              <a:t> with users.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Example: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Studying nurses using hospital tablets to understand workflow pain points.</a:t>
            </a:r>
            <a:endParaRPr lang="en-US" sz="1700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23986577-40C5-94BD-38B0-EA595A90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21" r="20237" b="1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67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FE451-F0ED-BFB5-86DD-26FFD17E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Example: Improving an Equipment Interface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82B6C-FF1B-7E2D-87EA-A0D486641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729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5621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CEE20-EE76-70DD-3BFC-25005F19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Design Fiction (DF)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00410C-DD45-E1A2-0437-61E1BE9AC4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87953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3365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C4065-F8DC-A27C-1C6F-01CF839E3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Purpose of Design Fiction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49E4A06-1683-066D-75A5-6BBD59A22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4576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7353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FE1EE-8369-B951-81A4-E40EBD24A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Summary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8B3D5-CBE2-E546-430F-042DC6802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11831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8613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0" name="Rectangle 106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70924-F558-B104-AD09-D604CE38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Bringing Requirements to Life: Personas and Scenarios</a:t>
            </a:r>
          </a:p>
        </p:txBody>
      </p:sp>
      <p:sp>
        <p:nvSpPr>
          <p:cNvPr id="107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diagram of a person running&#10;&#10;AI-generated content may be incorrect.">
            <a:extLst>
              <a:ext uri="{FF2B5EF4-FFF2-40B4-BE49-F238E27FC236}">
                <a16:creationId xmlns:a16="http://schemas.microsoft.com/office/drawing/2014/main" id="{6DADD2B4-DE2F-4701-ABBF-A0F9D3605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718821"/>
            <a:ext cx="7214616" cy="539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992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person's process&#10;&#10;AI-generated content may be incorrect.">
            <a:extLst>
              <a:ext uri="{FF2B5EF4-FFF2-40B4-BE49-F238E27FC236}">
                <a16:creationId xmlns:a16="http://schemas.microsoft.com/office/drawing/2014/main" id="{C840952B-35FB-8619-4FEB-78B29B2E2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20" b="15426"/>
          <a:stretch>
            <a:fillRect/>
          </a:stretch>
        </p:blipFill>
        <p:spPr>
          <a:xfrm>
            <a:off x="1640351" y="914400"/>
            <a:ext cx="8835097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68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687D2-DC7C-EC69-CC26-84B6F188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5200" kern="1200">
                <a:latin typeface="+mj-lt"/>
                <a:ea typeface="+mj-ea"/>
                <a:cs typeface="+mj-cs"/>
              </a:rPr>
              <a:t>What Is a Persona?</a:t>
            </a:r>
          </a:p>
        </p:txBody>
      </p:sp>
      <p:graphicFrame>
        <p:nvGraphicFramePr>
          <p:cNvPr id="51" name="Content Placeholder 6">
            <a:extLst>
              <a:ext uri="{FF2B5EF4-FFF2-40B4-BE49-F238E27FC236}">
                <a16:creationId xmlns:a16="http://schemas.microsoft.com/office/drawing/2014/main" id="{2E88B3C5-18B8-266C-2086-2CFD36BB6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68412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714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8DC45-30EA-F777-D704-72B8DF84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16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8BA5C-1B00-B3A5-0B25-906D3CE8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of Persona</a:t>
            </a:r>
          </a:p>
        </p:txBody>
      </p:sp>
      <p:pic>
        <p:nvPicPr>
          <p:cNvPr id="9" name="Content Placeholder 8" descr="A person with her arms crossed&#10;&#10;AI-generated content may be incorrect.">
            <a:extLst>
              <a:ext uri="{FF2B5EF4-FFF2-40B4-BE49-F238E27FC236}">
                <a16:creationId xmlns:a16="http://schemas.microsoft.com/office/drawing/2014/main" id="{BA34E44D-FBF7-5DAB-D1CB-6D78A5FE3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440" y="796162"/>
            <a:ext cx="8562072" cy="526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3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35DA2-6E7F-7383-BDB4-5B401C66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700DB-8A67-5D37-9261-52D553F6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5200" kern="1200">
                <a:latin typeface="+mj-lt"/>
                <a:ea typeface="+mj-ea"/>
                <a:cs typeface="+mj-cs"/>
              </a:rPr>
              <a:t>What Is a Scenario?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6B6277E-F844-4804-9580-6897B1837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78431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707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D5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D6F5C-DC7E-10CB-D957-C6091666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of Scenario</a:t>
            </a:r>
          </a:p>
        </p:txBody>
      </p:sp>
      <p:pic>
        <p:nvPicPr>
          <p:cNvPr id="5" name="Content Placeholder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41591A13-2F41-CF9C-15BE-4069F96FD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9312" y="822000"/>
            <a:ext cx="8375904" cy="521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65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80F1A-849A-CE3C-70B0-4A03A27AC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Dilemma: How Long Should a Scenario Be?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A2F9AC-094A-A638-FBE6-D033ABD98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44731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7330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F440A-EE4D-A46C-EB40-54D94340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How Personas and Scenarios Work Together</a:t>
            </a:r>
          </a:p>
        </p:txBody>
      </p:sp>
      <p:sp>
        <p:nvSpPr>
          <p:cNvPr id="6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BA7A7170-76E8-C573-25CC-0CDB7BFA5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17111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587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54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451310-9C11-F6B9-55A5-049AFB6E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Video Link for Persona &amp; Scenario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FEAA76-0518-2827-9CE0-DAF9F9910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211859"/>
              </p:ext>
            </p:extLst>
          </p:nvPr>
        </p:nvGraphicFramePr>
        <p:xfrm>
          <a:off x="786383" y="3566809"/>
          <a:ext cx="10523874" cy="3304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3830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E3DD3-91D3-57B3-B60B-63A00D08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a Use Case? 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084EA-F693-75E6-006D-EDCAAB4A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Use Cases: focuses on functional requirements and interaction between a </a:t>
            </a:r>
            <a:r>
              <a:rPr lang="en-US" b="1"/>
              <a:t>user</a:t>
            </a:r>
            <a:r>
              <a:rPr lang="en-US"/>
              <a:t> and the </a:t>
            </a:r>
            <a:r>
              <a:rPr lang="en-US" b="1"/>
              <a:t>product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30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55305-1F08-383A-A42D-1C6A7C6A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Style 1: Essential Use Cases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484802C-0E8B-77D1-5630-2528D1637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2348956"/>
            <a:ext cx="11420856" cy="367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77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BDBF9-270E-BFA1-551D-37D7F753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C1AA8-8F9D-B0FD-FAD9-6FBD3CA3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12" y="548640"/>
            <a:ext cx="4321296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Aptos"/>
              </a:rPr>
              <a:t>Style 2:</a:t>
            </a:r>
            <a:br>
              <a:rPr lang="en-US" sz="5400">
                <a:latin typeface="Aptos"/>
              </a:rPr>
            </a:br>
            <a:r>
              <a:rPr lang="en-US" sz="5400">
                <a:latin typeface="Aptos"/>
              </a:rPr>
              <a:t> </a:t>
            </a:r>
            <a:r>
              <a:rPr lang="en-US" sz="4800">
                <a:latin typeface="Aptos"/>
              </a:rPr>
              <a:t>Goal-</a:t>
            </a:r>
            <a:r>
              <a:rPr lang="en-US" sz="4800">
                <a:latin typeface="Aptos Display"/>
              </a:rPr>
              <a:t>Oriented</a:t>
            </a:r>
            <a:r>
              <a:rPr lang="en-US" sz="4800">
                <a:latin typeface="Aptos"/>
              </a:rPr>
              <a:t> Use Cases</a:t>
            </a:r>
          </a:p>
          <a:p>
            <a:endParaRPr lang="en-US" sz="5400">
              <a:latin typeface="Aptos Display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91BDB4-37A4-9935-F89E-F7B4A7C45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b="1"/>
              <a:t>The Detailed Narrative Flow </a:t>
            </a:r>
          </a:p>
          <a:p>
            <a:r>
              <a:rPr lang="en-US" sz="2200"/>
              <a:t>This style captures the entire process necessary to fulfill a specific </a:t>
            </a:r>
            <a:r>
              <a:rPr lang="en-US" sz="2200" b="1"/>
              <a:t>user goal</a:t>
            </a:r>
            <a:r>
              <a:rPr lang="en-US" sz="2200"/>
              <a:t> (e.g., retrieving visa information).</a:t>
            </a:r>
          </a:p>
          <a:p>
            <a:r>
              <a:rPr lang="en-US" sz="2200"/>
              <a:t>The main successful path is described in a detailed, numbered sequence called the </a:t>
            </a:r>
            <a:r>
              <a:rPr lang="en-US" sz="2200" b="1"/>
              <a:t>Main Course</a:t>
            </a:r>
            <a:r>
              <a:rPr lang="en-US" sz="2200"/>
              <a:t>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568227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436E4-DA9A-901F-8AE1-EF72E110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35" y="1351389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800" b="1">
                <a:latin typeface="Aptos"/>
              </a:rPr>
              <a:t>Alternative Courses</a:t>
            </a:r>
            <a:endParaRPr lang="en-US" sz="4800"/>
          </a:p>
          <a:p>
            <a:endParaRPr lang="en-US" sz="5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04D72-0B45-E778-A13A-2D118954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Alternative Courses</a:t>
            </a:r>
            <a:r>
              <a:rPr lang="en-US" sz="2200">
                <a:ea typeface="+mn-lt"/>
                <a:cs typeface="+mn-lt"/>
              </a:rPr>
              <a:t> specify the paths taken when interaction deviates from the successful Main Course. They are critical for a resilient system.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FCD37A-F92C-0BC1-D66A-CD3151C9364C}"/>
              </a:ext>
            </a:extLst>
          </p:cNvPr>
          <p:cNvSpPr txBox="1"/>
          <p:nvPr/>
        </p:nvSpPr>
        <p:spPr>
          <a:xfrm>
            <a:off x="997527" y="6273141"/>
            <a:ext cx="83384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spcAft>
                <a:spcPts val="600"/>
              </a:spcAft>
              <a:buFont typeface=""/>
              <a:buChar char="•"/>
            </a:pPr>
            <a:r>
              <a:rPr lang="en-US"/>
              <a:t>A truly robust product </a:t>
            </a:r>
            <a:r>
              <a:rPr lang="en-US" b="1"/>
              <a:t>must anticipate failure</a:t>
            </a:r>
            <a:r>
              <a:rPr lang="en-US"/>
              <a:t> and </a:t>
            </a:r>
            <a:r>
              <a:rPr lang="en-US" b="1"/>
              <a:t>account for user variability</a:t>
            </a:r>
            <a:r>
              <a:rPr lang="en-US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631835-B8C6-B02F-2E5D-63B5AE479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00243"/>
              </p:ext>
            </p:extLst>
          </p:nvPr>
        </p:nvGraphicFramePr>
        <p:xfrm>
          <a:off x="4654296" y="924461"/>
          <a:ext cx="6903721" cy="50090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85886">
                  <a:extLst>
                    <a:ext uri="{9D8B030D-6E8A-4147-A177-3AD203B41FA5}">
                      <a16:colId xmlns:a16="http://schemas.microsoft.com/office/drawing/2014/main" val="2302038505"/>
                    </a:ext>
                  </a:extLst>
                </a:gridCol>
                <a:gridCol w="2437686">
                  <a:extLst>
                    <a:ext uri="{9D8B030D-6E8A-4147-A177-3AD203B41FA5}">
                      <a16:colId xmlns:a16="http://schemas.microsoft.com/office/drawing/2014/main" val="2151534048"/>
                    </a:ext>
                  </a:extLst>
                </a:gridCol>
                <a:gridCol w="2480149">
                  <a:extLst>
                    <a:ext uri="{9D8B030D-6E8A-4147-A177-3AD203B41FA5}">
                      <a16:colId xmlns:a16="http://schemas.microsoft.com/office/drawing/2014/main" val="3840273883"/>
                    </a:ext>
                  </a:extLst>
                </a:gridCol>
              </a:tblGrid>
              <a:tr h="4956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Type</a:t>
                      </a:r>
                      <a:endParaRPr lang="en-US" sz="19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</a:t>
                      </a:r>
                      <a:endParaRPr lang="en-US" sz="19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from Text</a:t>
                      </a:r>
                      <a:endParaRPr lang="en-US" sz="19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547517"/>
                  </a:ext>
                </a:extLst>
              </a:tr>
              <a:tr h="19631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Error Handling</a:t>
                      </a:r>
                      <a:endParaRPr lang="en-US" sz="19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What happens when data is invalid or a failure occurs.</a:t>
                      </a: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If the country name is invalid:</a:t>
                      </a:r>
                      <a:r>
                        <a:rPr lang="en-US" sz="19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product provides an error message and returns to the input step (4.1).</a:t>
                      </a: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627930"/>
                  </a:ext>
                </a:extLst>
              </a:tr>
              <a:tr h="25501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Optional Choice</a:t>
                      </a:r>
                      <a:endParaRPr lang="en-US" sz="19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Documents features the user can optionally select.</a:t>
                      </a: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sz="19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customer confirm the order:</a:t>
                      </a:r>
                      <a:r>
                        <a:rPr lang="en-US" sz="19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900" b="0" i="0" u="none" strike="noStrike" noProof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system offers an option: The user selects 'Gift Wrap' and enters a personalized message.</a:t>
                      </a:r>
                      <a:endParaRPr lang="en-US" sz="1900" b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22292" marR="122292" marT="81528" marB="8152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17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289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DD14B-DB32-4DA7-A1F2-9F669D65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The Value of Use Cases</a:t>
            </a:r>
            <a:endParaRPr lang="en-US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EA0FA-829D-7031-5A78-65DEFEBD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b="1">
                <a:ea typeface="+mn-lt"/>
                <a:cs typeface="+mn-lt"/>
              </a:rPr>
              <a:t>Use Cases are the Blueprint:</a:t>
            </a:r>
            <a:r>
              <a:rPr lang="en-US" sz="1500">
                <a:ea typeface="+mn-lt"/>
                <a:cs typeface="+mn-lt"/>
              </a:rPr>
              <a:t> They translate high-level goals into specific, actionable requirements for development and testing.</a:t>
            </a:r>
            <a:endParaRPr lang="en-US" sz="1500"/>
          </a:p>
          <a:p>
            <a:pPr marL="0" indent="0">
              <a:buNone/>
            </a:pPr>
            <a:r>
              <a:rPr lang="en-US" sz="1500" b="1">
                <a:ea typeface="+mn-lt"/>
                <a:cs typeface="+mn-lt"/>
              </a:rPr>
              <a:t>Two Key Styles: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Essential:</a:t>
            </a:r>
            <a:r>
              <a:rPr lang="en-US" sz="1500">
                <a:ea typeface="+mn-lt"/>
                <a:cs typeface="+mn-lt"/>
              </a:rPr>
              <a:t> Defines basic responsibilities.</a:t>
            </a:r>
            <a:endParaRPr lang="en-US" sz="1500"/>
          </a:p>
          <a:p>
            <a:r>
              <a:rPr lang="en-US" sz="1500" b="1">
                <a:ea typeface="+mn-lt"/>
                <a:cs typeface="+mn-lt"/>
              </a:rPr>
              <a:t>Goal-Oriented:</a:t>
            </a:r>
            <a:r>
              <a:rPr lang="en-US" sz="1500">
                <a:ea typeface="+mn-lt"/>
                <a:cs typeface="+mn-lt"/>
              </a:rPr>
              <a:t> Defines the complete user flow.</a:t>
            </a:r>
            <a:endParaRPr lang="en-US" sz="1500"/>
          </a:p>
          <a:p>
            <a:pPr marL="0" indent="0">
              <a:buNone/>
            </a:pPr>
            <a:r>
              <a:rPr lang="en-US" sz="1500" b="1">
                <a:ea typeface="+mn-lt"/>
                <a:cs typeface="+mn-lt"/>
              </a:rPr>
              <a:t>Alternative Courses</a:t>
            </a:r>
            <a:r>
              <a:rPr lang="en-US" sz="1500">
                <a:ea typeface="+mn-lt"/>
                <a:cs typeface="+mn-lt"/>
              </a:rPr>
              <a:t> guarantee that the system is resilient and accounts for all possible user interactions, both successful and unsuccessful.</a:t>
            </a:r>
            <a:endParaRPr lang="en-US" sz="1500"/>
          </a:p>
          <a:p>
            <a:endParaRPr lang="en-US" sz="1500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6D417034-59A6-3FC9-3FA7-AB504B6EE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51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073A5-0C98-9389-B194-441BFE9E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8A02-7331-437C-A78D-F97BBC764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Kritika Vyas (</a:t>
            </a:r>
            <a:r>
              <a:rPr lang="en-US">
                <a:hlinkClick r:id="rId2"/>
              </a:rPr>
              <a:t>kzv0032@auburn.edu</a:t>
            </a:r>
            <a:r>
              <a:rPr lang="en-US"/>
              <a:t>)</a:t>
            </a:r>
          </a:p>
          <a:p>
            <a:r>
              <a:rPr lang="en-US">
                <a:ea typeface="+mn-lt"/>
                <a:cs typeface="+mn-lt"/>
              </a:rPr>
              <a:t>Euphemia Uchenna Asogwa (</a:t>
            </a:r>
            <a:r>
              <a:rPr lang="en-US">
                <a:ea typeface="+mn-lt"/>
                <a:cs typeface="+mn-lt"/>
                <a:hlinkClick r:id="rId3"/>
              </a:rPr>
              <a:t>eua0002@auburn.edu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r>
              <a:rPr lang="en-US">
                <a:ea typeface="+mn-lt"/>
                <a:cs typeface="+mn-lt"/>
              </a:rPr>
              <a:t>Aayush Bhattarai (</a:t>
            </a:r>
            <a:r>
              <a:rPr lang="en-US">
                <a:ea typeface="+mn-lt"/>
                <a:cs typeface="+mn-lt"/>
                <a:hlinkClick r:id="rId4"/>
              </a:rPr>
              <a:t>azb0364@auburn.edu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r>
              <a:rPr lang="en-US"/>
              <a:t>Aditi Saha (</a:t>
            </a:r>
            <a:r>
              <a:rPr lang="en-US">
                <a:ea typeface="+mn-lt"/>
                <a:cs typeface="+mn-lt"/>
                <a:hlinkClick r:id="rId5"/>
              </a:rPr>
              <a:t>ads0161@auburn.edu</a:t>
            </a:r>
            <a:r>
              <a:rPr lang="en-US"/>
              <a:t>)</a:t>
            </a:r>
            <a:endParaRPr lang="en-US">
              <a:latin typeface="Aptos" panose="02110004020202020204"/>
              <a:ea typeface="+mn-lt"/>
              <a:cs typeface="Segoe UI"/>
            </a:endParaRPr>
          </a:p>
          <a:p>
            <a:r>
              <a:rPr lang="en-US" err="1">
                <a:latin typeface="Segoe UI"/>
                <a:ea typeface="+mn-lt"/>
                <a:cs typeface="Segoe UI"/>
              </a:rPr>
              <a:t>Ghaday</a:t>
            </a:r>
            <a:r>
              <a:rPr lang="en-US">
                <a:latin typeface="Segoe UI"/>
                <a:ea typeface="+mn-lt"/>
                <a:cs typeface="Segoe UI"/>
              </a:rPr>
              <a:t> Omar I </a:t>
            </a:r>
            <a:r>
              <a:rPr lang="en-US" err="1">
                <a:latin typeface="Segoe UI"/>
                <a:ea typeface="+mn-lt"/>
                <a:cs typeface="Segoe UI"/>
              </a:rPr>
              <a:t>Alsulaimani</a:t>
            </a:r>
            <a:r>
              <a:rPr lang="en-US">
                <a:latin typeface="Segoe UI"/>
                <a:ea typeface="+mn-lt"/>
                <a:cs typeface="Segoe UI"/>
              </a:rPr>
              <a:t> (</a:t>
            </a:r>
            <a:r>
              <a:rPr lang="en-US">
                <a:latin typeface="Aptos"/>
                <a:ea typeface="+mn-lt"/>
                <a:cs typeface="Segoe UI"/>
                <a:hlinkClick r:id="rId5"/>
              </a:rPr>
              <a:t>gza0038@auburn.edu</a:t>
            </a:r>
            <a:r>
              <a:rPr lang="en-US">
                <a:latin typeface="Segoe UI"/>
                <a:ea typeface="+mn-lt"/>
                <a:cs typeface="Segoe UI"/>
              </a:rPr>
              <a:t>)</a:t>
            </a:r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6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Chapter 11 Developing Requirement</vt:lpstr>
      <vt:lpstr>Title and Goals</vt:lpstr>
      <vt:lpstr>Where Requirements Sit</vt:lpstr>
      <vt:lpstr>What and How</vt:lpstr>
      <vt:lpstr>What is a Requirement?</vt:lpstr>
      <vt:lpstr>Types (Lead-in to Activity)</vt:lpstr>
      <vt:lpstr>Activity to Perform in the Class</vt:lpstr>
      <vt:lpstr>Discovering Requirements – Data Gathering Techniques</vt:lpstr>
      <vt:lpstr>              Purpose of Data Gathering</vt:lpstr>
      <vt:lpstr>Observation </vt:lpstr>
      <vt:lpstr>Interviews</vt:lpstr>
      <vt:lpstr>Questionnaires &amp; Focus Groups</vt:lpstr>
      <vt:lpstr>     Figure 11.3 – EmotiCal and Echo App</vt:lpstr>
      <vt:lpstr>Combining Techniques (Box 11.2)</vt:lpstr>
      <vt:lpstr>Additional Approaches: Probes &amp; Contextual Inquiry</vt:lpstr>
      <vt:lpstr>      Figure 11.4 – Diary Probe Kits</vt:lpstr>
      <vt:lpstr>         Best Practices &amp; Conclusion</vt:lpstr>
      <vt:lpstr>What is Contextual Inquiry?</vt:lpstr>
      <vt:lpstr>Four Principles of Contextual Inquiry</vt:lpstr>
      <vt:lpstr>How Contextual Inquiry Works</vt:lpstr>
      <vt:lpstr>Example: Improving an Equipment Interface</vt:lpstr>
      <vt:lpstr>Design Fiction (DF)</vt:lpstr>
      <vt:lpstr>Purpose of Design Fiction</vt:lpstr>
      <vt:lpstr>Summary</vt:lpstr>
      <vt:lpstr>Bringing Requirements to Life: Personas and Scenarios</vt:lpstr>
      <vt:lpstr>PowerPoint Presentation</vt:lpstr>
      <vt:lpstr>What Is a Persona?</vt:lpstr>
      <vt:lpstr>Example of Persona</vt:lpstr>
      <vt:lpstr>What Is a Scenario?</vt:lpstr>
      <vt:lpstr>Example of Scenario</vt:lpstr>
      <vt:lpstr>Dilemma: How Long Should a Scenario Be?</vt:lpstr>
      <vt:lpstr>How Personas and Scenarios Work Together</vt:lpstr>
      <vt:lpstr>Video Link for Persona &amp; Scenario</vt:lpstr>
      <vt:lpstr>What is a Use Case? </vt:lpstr>
      <vt:lpstr>Style 1: Essential Use Cases</vt:lpstr>
      <vt:lpstr>Style 2:  Goal-Oriented Use Cases </vt:lpstr>
      <vt:lpstr>Alternative Courses </vt:lpstr>
      <vt:lpstr>The Value of Use Cases</vt:lpstr>
      <vt:lpstr>Thank You</vt:lpstr>
    </vt:vector>
  </TitlesOfParts>
  <Company>Auburn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Bhattarai, Aayush</dc:creator>
  <cp:revision>70</cp:revision>
  <dcterms:created xsi:type="dcterms:W3CDTF">2025-10-14T22:09:46Z</dcterms:created>
  <dcterms:modified xsi:type="dcterms:W3CDTF">2025-10-19T19:47:57Z</dcterms:modified>
</cp:coreProperties>
</file>