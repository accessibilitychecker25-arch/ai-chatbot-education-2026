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82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54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9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8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8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1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5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2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9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2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4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3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28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7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apple-tree-apple-orchard-38019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9901"/>
            <a:ext cx="9601196" cy="1303867"/>
          </a:xfrm>
        </p:spPr>
        <p:txBody>
          <a:bodyPr/>
          <a:lstStyle/>
          <a:p>
            <a:r>
              <a:rPr lang="en-US" dirty="0"/>
              <a:t>Multiple missing alt text on one slide</a:t>
            </a:r>
          </a:p>
        </p:txBody>
      </p:sp>
      <p:pic>
        <p:nvPicPr>
          <p:cNvPr id="1026" name="Picture 2" descr="A blue jay perched on a branch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4" descr="A bunch of red apples on a tree">
            <a:extLst>
              <a:ext uri="{FF2B5EF4-FFF2-40B4-BE49-F238E27FC236}">
                <a16:creationId xmlns:a16="http://schemas.microsoft.com/office/drawing/2014/main" id="{9B976D26-DA53-85B9-6222-15B79AAA5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8375" y="1745456"/>
            <a:ext cx="64965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Missing Alt Text</a:t>
            </a:r>
          </a:p>
        </p:txBody>
      </p:sp>
      <p:pic>
        <p:nvPicPr>
          <p:cNvPr id="6" name="Picture 2" descr="A man sitting at a desk working on his laptop">
            <a:extLst>
              <a:ext uri="{FF2B5EF4-FFF2-40B4-BE49-F238E27FC236}">
                <a16:creationId xmlns:a16="http://schemas.microsoft.com/office/drawing/2014/main" id="{8CFCAF80-0DAC-FF5B-F6AD-9450ABF3A0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6067" y="2088683"/>
            <a:ext cx="5677057" cy="378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8C045-1C4D-AEC0-0254-C3CEF5D7B7D8}"/>
              </a:ext>
            </a:extLst>
          </p:cNvPr>
          <p:cNvSpPr txBox="1"/>
          <p:nvPr/>
        </p:nvSpPr>
        <p:spPr>
          <a:xfrm>
            <a:off x="4964119" y="3230945"/>
            <a:ext cx="528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OVER AN IMAGE ENSURE IT DOESN’T INTERFERE WITH ALT TEXT</a:t>
            </a:r>
          </a:p>
        </p:txBody>
      </p:sp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4" name="Picture 2" descr="A man sitting at a desk working on his laptop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876" y="2557463"/>
            <a:ext cx="497424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labeled as decorative</a:t>
            </a:r>
          </a:p>
        </p:txBody>
      </p:sp>
      <p:pic>
        <p:nvPicPr>
          <p:cNvPr id="2050" name="Picture 2" descr="A couple of men working on a construction site">
            <a:extLst>
              <a:ext uri="{FF2B5EF4-FFF2-40B4-BE49-F238E27FC236}">
                <a16:creationId xmlns:a16="http://schemas.microsoft.com/office/drawing/2014/main" id="{3470A2C9-F9BF-E5B1-CFD4-72415C450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504" y="2557463"/>
            <a:ext cx="497499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4)</a:t>
            </a:r>
          </a:p>
        </p:txBody>
      </p:sp>
      <p:pic>
        <p:nvPicPr>
          <p:cNvPr id="3074" name="Picture 2" descr="The statue of liberty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8736" y="2557993"/>
            <a:ext cx="5374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4044" y="2557463"/>
            <a:ext cx="502391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102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Test powerpoint 3</vt:lpstr>
      <vt:lpstr>Hyphenated paragraphs</vt:lpstr>
      <vt:lpstr>Hyphenated paragraphs 2</vt:lpstr>
      <vt:lpstr>Multiple missing alt text on one slide</vt:lpstr>
      <vt:lpstr>Missing Alt Text</vt:lpstr>
      <vt:lpstr>Missing Alt Text</vt:lpstr>
      <vt:lpstr>Image labeled as decorative</vt:lpstr>
      <vt:lpstr>Missing Alt Text (Part 4)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6</cp:revision>
  <dcterms:created xsi:type="dcterms:W3CDTF">2026-02-19T16:11:30Z</dcterms:created>
  <dcterms:modified xsi:type="dcterms:W3CDTF">2026-03-27T18:55:53Z</dcterms:modified>
</cp:coreProperties>
</file>