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24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3749E3D4-224D-4DE0-9204-E16BFE32E31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0821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616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9547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196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7489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978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813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7022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252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030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14267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48946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1723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8941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37326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81281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9720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749E3D4-224D-4DE0-9204-E16BFE32E31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366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ixabay.com/en/apple-tree-apple-orchard-380196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D8705-49D9-80F8-B7FE-EFFC57EB66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Test </a:t>
            </a:r>
            <a:r>
              <a:rPr lang="en-US" dirty="0" err="1"/>
              <a:t>powerpoint</a:t>
            </a:r>
            <a:r>
              <a:rPr lang="en-US" dirty="0"/>
              <a:t>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236884-783F-32D4-B76C-ED5C8CFB73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507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14B77-6BD1-ACB9-6E5E-1A4823794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Hyphenated paragraphs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5B897-5236-321B-2885-4B2C9A7E1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This is a test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is a test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</p:txBody>
      </p:sp>
    </p:spTree>
    <p:extLst>
      <p:ext uri="{BB962C8B-B14F-4D97-AF65-F5344CB8AC3E}">
        <p14:creationId xmlns:p14="http://schemas.microsoft.com/office/powerpoint/2010/main" val="2355048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5670C-C2C5-2AC5-B485-D4F512E08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Hyphenated paragraphs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E3731-FF61-7954-4A8E-C9D51F707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This is a test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is a test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448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55544-19C6-7F86-78AC-552CBA293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689901"/>
            <a:ext cx="9601196" cy="1303867"/>
          </a:xfrm>
        </p:spPr>
        <p:txBody>
          <a:bodyPr/>
          <a:lstStyle/>
          <a:p>
            <a:r>
              <a:rPr lang="en-US" dirty="0"/>
              <a:t>Multiple missing alt text on one slide</a:t>
            </a:r>
          </a:p>
        </p:txBody>
      </p:sp>
      <p:pic>
        <p:nvPicPr>
          <p:cNvPr id="1026" name="Picture 2" descr="A blue jay perched on a branch">
            <a:extLst>
              <a:ext uri="{FF2B5EF4-FFF2-40B4-BE49-F238E27FC236}">
                <a16:creationId xmlns:a16="http://schemas.microsoft.com/office/drawing/2014/main" id="{C2AA7B0E-D592-14CB-66E6-9AE191A7ACB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25625"/>
            <a:ext cx="6096000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Content Placeholder 4" descr="A bunch of red apples on a tree">
            <a:extLst>
              <a:ext uri="{FF2B5EF4-FFF2-40B4-BE49-F238E27FC236}">
                <a16:creationId xmlns:a16="http://schemas.microsoft.com/office/drawing/2014/main" id="{9B976D26-DA53-85B9-6222-15B79AAA53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468375" y="1745456"/>
            <a:ext cx="649655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27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C9CF72-D46C-007B-18E7-F361C0405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61AA4-C01A-B308-2237-B07CCEB3F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Missing Alt Text</a:t>
            </a:r>
          </a:p>
        </p:txBody>
      </p:sp>
      <p:pic>
        <p:nvPicPr>
          <p:cNvPr id="6" name="Picture 2" descr="A man sitting at a desk working on his laptop">
            <a:extLst>
              <a:ext uri="{FF2B5EF4-FFF2-40B4-BE49-F238E27FC236}">
                <a16:creationId xmlns:a16="http://schemas.microsoft.com/office/drawing/2014/main" id="{8CFCAF80-0DAC-FF5B-F6AD-9450ABF3A0A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06067" y="2088683"/>
            <a:ext cx="5677057" cy="3786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308C045-1C4D-AEC0-0254-C3CEF5D7B7D8}"/>
              </a:ext>
            </a:extLst>
          </p:cNvPr>
          <p:cNvSpPr txBox="1"/>
          <p:nvPr/>
        </p:nvSpPr>
        <p:spPr>
          <a:xfrm>
            <a:off x="4964119" y="3230945"/>
            <a:ext cx="52867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TEXT OVER AN IMAGE ENSURE IT DOESN’T INTERFERE WITH ALT TEXT</a:t>
            </a:r>
          </a:p>
        </p:txBody>
      </p:sp>
    </p:spTree>
    <p:extLst>
      <p:ext uri="{BB962C8B-B14F-4D97-AF65-F5344CB8AC3E}">
        <p14:creationId xmlns:p14="http://schemas.microsoft.com/office/powerpoint/2010/main" val="2583694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97966-2EDE-A196-9395-5C8AEB62C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3E33F-21E2-0714-25AA-C1054B29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Alt Text (Part 2)</a:t>
            </a:r>
          </a:p>
        </p:txBody>
      </p:sp>
      <p:pic>
        <p:nvPicPr>
          <p:cNvPr id="4" name="Picture 2" descr="A man sitting at a desk working on his laptop">
            <a:extLst>
              <a:ext uri="{FF2B5EF4-FFF2-40B4-BE49-F238E27FC236}">
                <a16:creationId xmlns:a16="http://schemas.microsoft.com/office/drawing/2014/main" id="{355AE14B-0402-182C-62E9-F7C92342F3F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08876" y="2557463"/>
            <a:ext cx="4974248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0879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E7B1B-9CB1-4FBD-7BFC-916049423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0C2CA-9CFA-CACF-39F6-7CA8895BF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labeled as decorative</a:t>
            </a:r>
          </a:p>
        </p:txBody>
      </p:sp>
      <p:pic>
        <p:nvPicPr>
          <p:cNvPr id="2050" name="Picture 2" descr="A couple of men working on a construction site">
            <a:extLst>
              <a:ext uri="{FF2B5EF4-FFF2-40B4-BE49-F238E27FC236}">
                <a16:creationId xmlns:a16="http://schemas.microsoft.com/office/drawing/2014/main" id="{3470A2C9-F9BF-E5B1-CFD4-72415C450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08504" y="2557463"/>
            <a:ext cx="4974991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2186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D563-6218-2897-BAF7-74F8BBDDD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28FD4-EF8B-66A7-A12B-B575F1410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Alt Text (Part 4)</a:t>
            </a:r>
          </a:p>
        </p:txBody>
      </p:sp>
      <p:pic>
        <p:nvPicPr>
          <p:cNvPr id="3074" name="Picture 2" descr="The statue of liberty">
            <a:extLst>
              <a:ext uri="{FF2B5EF4-FFF2-40B4-BE49-F238E27FC236}">
                <a16:creationId xmlns:a16="http://schemas.microsoft.com/office/drawing/2014/main" id="{F295C3A9-C39C-47F6-FDB4-D7DCC7594B0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08736" y="2557993"/>
            <a:ext cx="5374527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5713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E8B1A-6DBA-91CD-2F03-1E217805A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7C174-269F-ECA5-1005-3FC4049DE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 Alt Text</a:t>
            </a:r>
          </a:p>
        </p:txBody>
      </p:sp>
      <p:pic>
        <p:nvPicPr>
          <p:cNvPr id="4098" name="Picture 2" descr="A busy highway">
            <a:extLst>
              <a:ext uri="{FF2B5EF4-FFF2-40B4-BE49-F238E27FC236}">
                <a16:creationId xmlns:a16="http://schemas.microsoft.com/office/drawing/2014/main" id="{D25CF625-A5CF-D78E-13C1-BB1A74E9A18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84044" y="2557463"/>
            <a:ext cx="5023911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88618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10</TotalTime>
  <Words>106</Words>
  <Application>Microsoft Office PowerPoint</Application>
  <PresentationFormat>Widescreen</PresentationFormat>
  <Paragraphs>24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Garamond</vt:lpstr>
      <vt:lpstr>Organic</vt:lpstr>
      <vt:lpstr>Test powerpoint 3</vt:lpstr>
      <vt:lpstr>Hyphenated paragraphs</vt:lpstr>
      <vt:lpstr>Hyphenated paragraphs 2</vt:lpstr>
      <vt:lpstr>Multiple missing alt text on one slide</vt:lpstr>
      <vt:lpstr>Missing Alt Text</vt:lpstr>
      <vt:lpstr>Missing Alt Text (Part 2)</vt:lpstr>
      <vt:lpstr>Image labeled as decorative</vt:lpstr>
      <vt:lpstr>Missing Alt Text (Part 4)</vt:lpstr>
      <vt:lpstr>Has Alt Text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Lily Edgil</dc:creator>
  <cp:lastModifiedBy>Lily Edgil</cp:lastModifiedBy>
  <cp:revision>5</cp:revision>
  <dcterms:created xsi:type="dcterms:W3CDTF">2026-02-19T16:11:30Z</dcterms:created>
  <dcterms:modified xsi:type="dcterms:W3CDTF">2026-03-23T19:41:28Z</dcterms:modified>
</cp:coreProperties>
</file>