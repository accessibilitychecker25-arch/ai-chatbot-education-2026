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82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54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9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48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78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1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2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5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3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426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94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2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94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732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128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72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6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apple-tree-apple-orchard-380196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8705-49D9-80F8-B7FE-EFFC57EB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powerpoint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6884-783F-32D4-B76C-ED5C8CFB7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B77-6BD1-ACB9-6E5E-1A482379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B897-5236-321B-2885-4B2C9A7E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</p:txBody>
      </p:sp>
    </p:spTree>
    <p:extLst>
      <p:ext uri="{BB962C8B-B14F-4D97-AF65-F5344CB8AC3E}">
        <p14:creationId xmlns:p14="http://schemas.microsoft.com/office/powerpoint/2010/main" val="235504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670C-C2C5-2AC5-B485-D4F512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3731-FF61-7954-4A8E-C9D51F70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4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544-19C6-7F86-78AC-552CBA29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89901"/>
            <a:ext cx="9601196" cy="1303867"/>
          </a:xfrm>
        </p:spPr>
        <p:txBody>
          <a:bodyPr/>
          <a:lstStyle/>
          <a:p>
            <a:r>
              <a:rPr lang="en-US" dirty="0"/>
              <a:t>Multiple missing alt text on one slide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AA7B0E-D592-14CB-66E6-9AE191A7A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6096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9B976D26-DA53-85B9-6222-15B79AAA5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68375" y="1745456"/>
            <a:ext cx="64965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9CF72-D46C-007B-18E7-F361C040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1AA4-C01A-B308-2237-B07CCEB3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Missing Alt Text</a:t>
            </a:r>
          </a:p>
        </p:txBody>
      </p:sp>
      <p:pic>
        <p:nvPicPr>
          <p:cNvPr id="6" name="Picture 2" descr="A man sitting at a desk working on his laptop">
            <a:extLst>
              <a:ext uri="{FF2B5EF4-FFF2-40B4-BE49-F238E27FC236}">
                <a16:creationId xmlns:a16="http://schemas.microsoft.com/office/drawing/2014/main" id="{8CFCAF80-0DAC-FF5B-F6AD-9450ABF3A0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06067" y="2088683"/>
            <a:ext cx="5677057" cy="378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08C045-1C4D-AEC0-0254-C3CEF5D7B7D8}"/>
              </a:ext>
            </a:extLst>
          </p:cNvPr>
          <p:cNvSpPr txBox="1"/>
          <p:nvPr/>
        </p:nvSpPr>
        <p:spPr>
          <a:xfrm>
            <a:off x="4964119" y="3230945"/>
            <a:ext cx="5286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OVER AN IMAGE ENSURE IT DOESN’T INTERFERE WITH ALT TEXT</a:t>
            </a:r>
          </a:p>
        </p:txBody>
      </p:sp>
    </p:spTree>
    <p:extLst>
      <p:ext uri="{BB962C8B-B14F-4D97-AF65-F5344CB8AC3E}">
        <p14:creationId xmlns:p14="http://schemas.microsoft.com/office/powerpoint/2010/main" val="2583694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7966-2EDE-A196-9395-5C8AEB62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E33F-21E2-0714-25AA-C1054B29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 (Part 2)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55AE14B-0402-182C-62E9-F7C92342F3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8876" y="2557463"/>
            <a:ext cx="497424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87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7B1B-9CB1-4FBD-7BFC-91604942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C2CA-9CFA-CACF-39F6-7CA8895B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labeled as decorative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70A2C9-F9BF-E5B1-CFD4-72415C450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8504" y="2557463"/>
            <a:ext cx="4974991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18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D563-6218-2897-BAF7-74F8BBDD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8FD4-EF8B-66A7-A12B-B575F141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 (Part 4)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95C3A9-C39C-47F6-FDB4-D7DCC7594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8736" y="2557993"/>
            <a:ext cx="5374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71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8B1A-6DBA-91CD-2F03-1E217805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C174-269F-ECA5-1005-3FC4049D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 Alt Text</a:t>
            </a:r>
          </a:p>
        </p:txBody>
      </p:sp>
      <p:pic>
        <p:nvPicPr>
          <p:cNvPr id="4098" name="Picture 2" descr="A busy highway">
            <a:extLst>
              <a:ext uri="{FF2B5EF4-FFF2-40B4-BE49-F238E27FC236}">
                <a16:creationId xmlns:a16="http://schemas.microsoft.com/office/drawing/2014/main" id="{D25CF625-A5CF-D78E-13C1-BB1A74E9A1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4044" y="2557463"/>
            <a:ext cx="5023911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61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106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Test powerpoint 3</vt:lpstr>
      <vt:lpstr>Hyphenated paragraphs</vt:lpstr>
      <vt:lpstr>Hyphenated paragraphs 2</vt:lpstr>
      <vt:lpstr>Multiple missing alt text on one slide</vt:lpstr>
      <vt:lpstr>Missing Alt Text</vt:lpstr>
      <vt:lpstr>Missing Alt Text (Part 2)</vt:lpstr>
      <vt:lpstr>Image labeled as decorative</vt:lpstr>
      <vt:lpstr>Missing Alt Text (Part 4)</vt:lpstr>
      <vt:lpstr>Has Alt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Edgil</dc:creator>
  <cp:lastModifiedBy>Lily Edgil</cp:lastModifiedBy>
  <cp:revision>5</cp:revision>
  <dcterms:created xsi:type="dcterms:W3CDTF">2026-02-19T16:11:30Z</dcterms:created>
  <dcterms:modified xsi:type="dcterms:W3CDTF">2026-03-23T19:41:28Z</dcterms:modified>
</cp:coreProperties>
</file>