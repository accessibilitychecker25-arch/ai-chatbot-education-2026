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handoutMasterIdLst>
    <p:handoutMasterId r:id="rId59"/>
  </p:handoutMasterIdLst>
  <p:sldIdLst>
    <p:sldId id="256" r:id="rId2"/>
    <p:sldId id="306" r:id="rId3"/>
    <p:sldId id="258" r:id="rId4"/>
    <p:sldId id="257" r:id="rId5"/>
    <p:sldId id="305" r:id="rId6"/>
    <p:sldId id="259" r:id="rId7"/>
    <p:sldId id="273" r:id="rId8"/>
    <p:sldId id="274" r:id="rId9"/>
    <p:sldId id="275" r:id="rId10"/>
    <p:sldId id="308" r:id="rId11"/>
    <p:sldId id="307" r:id="rId12"/>
    <p:sldId id="348" r:id="rId13"/>
    <p:sldId id="276" r:id="rId14"/>
    <p:sldId id="277" r:id="rId15"/>
    <p:sldId id="278" r:id="rId16"/>
    <p:sldId id="309" r:id="rId17"/>
    <p:sldId id="27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9" r:id="rId57"/>
    <p:sldId id="350" r:id="rId5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7178" autoAdjust="0"/>
  </p:normalViewPr>
  <p:slideViewPr>
    <p:cSldViewPr>
      <p:cViewPr varScale="1">
        <p:scale>
          <a:sx n="68" d="100"/>
          <a:sy n="68" d="100"/>
        </p:scale>
        <p:origin x="72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39CD0-37C4-CCE6-0E8A-518C4DB1EC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C8A6B-C5B2-2003-9007-A1EB2FB44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02E705FE-C5EF-4A81-A535-239FD23349D9}" type="datetimeFigureOut">
              <a:rPr lang="en-US"/>
              <a:pPr>
                <a:defRPr/>
              </a:pPr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746E2-6B8D-D695-0E6B-C40F987E7E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4597-5F17-037E-5764-A5912B0E91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CE07B35-6A8C-4147-B003-F9C1AE1B95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8C7E48-45E2-F025-89F2-1A83C801D244}"/>
              </a:ext>
            </a:extLst>
          </p:cNvPr>
          <p:cNvSpPr>
            <a:spLocks/>
          </p:cNvSpPr>
          <p:nvPr/>
        </p:nvSpPr>
        <p:spPr bwMode="hidden">
          <a:xfrm>
            <a:off x="-11113" y="1836738"/>
            <a:ext cx="2268538" cy="2709862"/>
          </a:xfrm>
          <a:custGeom>
            <a:avLst/>
            <a:gdLst>
              <a:gd name="T0" fmla="*/ 2036286699 w 1429"/>
              <a:gd name="T1" fmla="*/ 713203293 h 1707"/>
              <a:gd name="T2" fmla="*/ 1696066324 w 1429"/>
              <a:gd name="T3" fmla="*/ 635079258 h 1707"/>
              <a:gd name="T4" fmla="*/ 1648182551 w 1429"/>
              <a:gd name="T5" fmla="*/ 0 h 1707"/>
              <a:gd name="T6" fmla="*/ 1229836521 w 1429"/>
              <a:gd name="T7" fmla="*/ 32761231 h 1707"/>
              <a:gd name="T8" fmla="*/ 1199594639 w 1429"/>
              <a:gd name="T9" fmla="*/ 635079258 h 1707"/>
              <a:gd name="T10" fmla="*/ 919858028 w 1429"/>
              <a:gd name="T11" fmla="*/ 730845178 h 1707"/>
              <a:gd name="T12" fmla="*/ 519152302 w 1429"/>
              <a:gd name="T13" fmla="*/ 216733398 h 1707"/>
              <a:gd name="T14" fmla="*/ 239415690 w 1429"/>
              <a:gd name="T15" fmla="*/ 372983056 h 1707"/>
              <a:gd name="T16" fmla="*/ 504031361 w 1429"/>
              <a:gd name="T17" fmla="*/ 947578575 h 1707"/>
              <a:gd name="T18" fmla="*/ 317539757 w 1429"/>
              <a:gd name="T19" fmla="*/ 1134070103 h 1707"/>
              <a:gd name="T20" fmla="*/ 0 w 1429"/>
              <a:gd name="T21" fmla="*/ 1066025103 h 1707"/>
              <a:gd name="T22" fmla="*/ 0 w 1429"/>
              <a:gd name="T23" fmla="*/ 2147483646 h 1707"/>
              <a:gd name="T24" fmla="*/ 254536631 w 1429"/>
              <a:gd name="T25" fmla="*/ 2147483646 h 1707"/>
              <a:gd name="T26" fmla="*/ 456149176 w 1429"/>
              <a:gd name="T27" fmla="*/ 2147483646 h 1707"/>
              <a:gd name="T28" fmla="*/ 176410976 w 1429"/>
              <a:gd name="T29" fmla="*/ 2147483646 h 1707"/>
              <a:gd name="T30" fmla="*/ 441028235 w 1429"/>
              <a:gd name="T31" fmla="*/ 2147483646 h 1707"/>
              <a:gd name="T32" fmla="*/ 919858028 w 1429"/>
              <a:gd name="T33" fmla="*/ 2147483646 h 1707"/>
              <a:gd name="T34" fmla="*/ 1199594639 w 1429"/>
              <a:gd name="T35" fmla="*/ 2147483646 h 1707"/>
              <a:gd name="T36" fmla="*/ 1262599353 w 1429"/>
              <a:gd name="T37" fmla="*/ 2147483646 h 1707"/>
              <a:gd name="T38" fmla="*/ 1680945383 w 1429"/>
              <a:gd name="T39" fmla="*/ 2147483646 h 1707"/>
              <a:gd name="T40" fmla="*/ 1726308205 w 1429"/>
              <a:gd name="T41" fmla="*/ 2147483646 h 1707"/>
              <a:gd name="T42" fmla="*/ 2081649521 w 1429"/>
              <a:gd name="T43" fmla="*/ 2147483646 h 1707"/>
              <a:gd name="T44" fmla="*/ 2147483646 w 1429"/>
              <a:gd name="T45" fmla="*/ 2147483646 h 1707"/>
              <a:gd name="T46" fmla="*/ 2147483646 w 1429"/>
              <a:gd name="T47" fmla="*/ 2147483646 h 1707"/>
              <a:gd name="T48" fmla="*/ 2147483646 w 1429"/>
              <a:gd name="T49" fmla="*/ 2147483646 h 1707"/>
              <a:gd name="T50" fmla="*/ 2147483646 w 1429"/>
              <a:gd name="T51" fmla="*/ 2147483646 h 1707"/>
              <a:gd name="T52" fmla="*/ 2147483646 w 1429"/>
              <a:gd name="T53" fmla="*/ 2147483646 h 1707"/>
              <a:gd name="T54" fmla="*/ 2147483646 w 1429"/>
              <a:gd name="T55" fmla="*/ 2147483646 h 1707"/>
              <a:gd name="T56" fmla="*/ 2147483646 w 1429"/>
              <a:gd name="T57" fmla="*/ 2147483646 h 1707"/>
              <a:gd name="T58" fmla="*/ 2147483646 w 1429"/>
              <a:gd name="T59" fmla="*/ 2147483646 h 1707"/>
              <a:gd name="T60" fmla="*/ 2147483646 w 1429"/>
              <a:gd name="T61" fmla="*/ 2147483646 h 1707"/>
              <a:gd name="T62" fmla="*/ 2147483646 w 1429"/>
              <a:gd name="T63" fmla="*/ 1925399020 h 1707"/>
              <a:gd name="T64" fmla="*/ 2147483646 w 1429"/>
              <a:gd name="T65" fmla="*/ 1832152462 h 1707"/>
              <a:gd name="T66" fmla="*/ 2147483646 w 1429"/>
              <a:gd name="T67" fmla="*/ 1585177195 h 1707"/>
              <a:gd name="T68" fmla="*/ 2147483646 w 1429"/>
              <a:gd name="T69" fmla="*/ 1227315074 h 1707"/>
              <a:gd name="T70" fmla="*/ 2147483646 w 1429"/>
              <a:gd name="T71" fmla="*/ 932457640 h 1707"/>
              <a:gd name="T72" fmla="*/ 2147483646 w 1429"/>
              <a:gd name="T73" fmla="*/ 1164311973 h 1707"/>
              <a:gd name="T74" fmla="*/ 2147483646 w 1429"/>
              <a:gd name="T75" fmla="*/ 977820445 h 1707"/>
              <a:gd name="T76" fmla="*/ 2147483646 w 1429"/>
              <a:gd name="T77" fmla="*/ 435986157 h 1707"/>
              <a:gd name="T78" fmla="*/ 2147483646 w 1429"/>
              <a:gd name="T79" fmla="*/ 264615564 h 1707"/>
              <a:gd name="T80" fmla="*/ 2036286699 w 1429"/>
              <a:gd name="T81" fmla="*/ 713203293 h 1707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DCBDB1-368B-ED80-4492-89EC546FF388}"/>
              </a:ext>
            </a:extLst>
          </p:cNvPr>
          <p:cNvSpPr>
            <a:spLocks/>
          </p:cNvSpPr>
          <p:nvPr/>
        </p:nvSpPr>
        <p:spPr bwMode="hidden">
          <a:xfrm>
            <a:off x="107950" y="15875"/>
            <a:ext cx="838200" cy="787400"/>
          </a:xfrm>
          <a:custGeom>
            <a:avLst/>
            <a:gdLst>
              <a:gd name="T0" fmla="*/ 844253138 w 528"/>
              <a:gd name="T1" fmla="*/ 141128750 h 496"/>
              <a:gd name="T2" fmla="*/ 738406575 w 528"/>
              <a:gd name="T3" fmla="*/ 115927188 h 496"/>
              <a:gd name="T4" fmla="*/ 725805000 w 528"/>
              <a:gd name="T5" fmla="*/ 0 h 496"/>
              <a:gd name="T6" fmla="*/ 599797188 w 528"/>
              <a:gd name="T7" fmla="*/ 0 h 496"/>
              <a:gd name="T8" fmla="*/ 584676250 w 528"/>
              <a:gd name="T9" fmla="*/ 115927188 h 496"/>
              <a:gd name="T10" fmla="*/ 498990938 w 528"/>
              <a:gd name="T11" fmla="*/ 146169063 h 496"/>
              <a:gd name="T12" fmla="*/ 367942813 w 528"/>
              <a:gd name="T13" fmla="*/ 0 h 496"/>
              <a:gd name="T14" fmla="*/ 287297813 w 528"/>
              <a:gd name="T15" fmla="*/ 35282188 h 496"/>
              <a:gd name="T16" fmla="*/ 370463763 w 528"/>
              <a:gd name="T17" fmla="*/ 211693125 h 496"/>
              <a:gd name="T18" fmla="*/ 312499375 w 528"/>
              <a:gd name="T19" fmla="*/ 269657513 h 496"/>
              <a:gd name="T20" fmla="*/ 126007813 w 528"/>
              <a:gd name="T21" fmla="*/ 204133450 h 496"/>
              <a:gd name="T22" fmla="*/ 80645000 w 528"/>
              <a:gd name="T23" fmla="*/ 274697825 h 496"/>
              <a:gd name="T24" fmla="*/ 226814063 w 528"/>
              <a:gd name="T25" fmla="*/ 400705638 h 496"/>
              <a:gd name="T26" fmla="*/ 201612500 w 528"/>
              <a:gd name="T27" fmla="*/ 496471575 h 496"/>
              <a:gd name="T28" fmla="*/ 5040313 w 528"/>
              <a:gd name="T29" fmla="*/ 509071563 h 496"/>
              <a:gd name="T30" fmla="*/ 0 w 528"/>
              <a:gd name="T31" fmla="*/ 614918125 h 496"/>
              <a:gd name="T32" fmla="*/ 201612500 w 528"/>
              <a:gd name="T33" fmla="*/ 645160000 h 496"/>
              <a:gd name="T34" fmla="*/ 221773750 w 528"/>
              <a:gd name="T35" fmla="*/ 735885625 h 496"/>
              <a:gd name="T36" fmla="*/ 73085325 w 528"/>
              <a:gd name="T37" fmla="*/ 869454700 h 496"/>
              <a:gd name="T38" fmla="*/ 126007813 w 528"/>
              <a:gd name="T39" fmla="*/ 952619063 h 496"/>
              <a:gd name="T40" fmla="*/ 292338125 w 528"/>
              <a:gd name="T41" fmla="*/ 874495013 h 496"/>
              <a:gd name="T42" fmla="*/ 355342825 w 528"/>
              <a:gd name="T43" fmla="*/ 937498125 h 496"/>
              <a:gd name="T44" fmla="*/ 269657513 w 528"/>
              <a:gd name="T45" fmla="*/ 1096268763 h 496"/>
              <a:gd name="T46" fmla="*/ 350302513 w 528"/>
              <a:gd name="T47" fmla="*/ 1164312188 h 496"/>
              <a:gd name="T48" fmla="*/ 498990938 w 528"/>
              <a:gd name="T49" fmla="*/ 1018143125 h 496"/>
              <a:gd name="T50" fmla="*/ 584676250 w 528"/>
              <a:gd name="T51" fmla="*/ 1048385000 h 496"/>
              <a:gd name="T52" fmla="*/ 604837500 w 528"/>
              <a:gd name="T53" fmla="*/ 1244957188 h 496"/>
              <a:gd name="T54" fmla="*/ 735885625 w 528"/>
              <a:gd name="T55" fmla="*/ 1249997500 h 496"/>
              <a:gd name="T56" fmla="*/ 748487200 w 528"/>
              <a:gd name="T57" fmla="*/ 1043344688 h 496"/>
              <a:gd name="T58" fmla="*/ 859374075 w 528"/>
              <a:gd name="T59" fmla="*/ 1015623763 h 496"/>
              <a:gd name="T60" fmla="*/ 990422200 w 528"/>
              <a:gd name="T61" fmla="*/ 1159271875 h 496"/>
              <a:gd name="T62" fmla="*/ 1076107513 w 528"/>
              <a:gd name="T63" fmla="*/ 1106349388 h 496"/>
              <a:gd name="T64" fmla="*/ 990422200 w 528"/>
              <a:gd name="T65" fmla="*/ 932457813 h 496"/>
              <a:gd name="T66" fmla="*/ 1048385000 w 528"/>
              <a:gd name="T67" fmla="*/ 859374075 h 496"/>
              <a:gd name="T68" fmla="*/ 1219755625 w 528"/>
              <a:gd name="T69" fmla="*/ 942538438 h 496"/>
              <a:gd name="T70" fmla="*/ 1272679700 w 528"/>
              <a:gd name="T71" fmla="*/ 851812813 h 496"/>
              <a:gd name="T72" fmla="*/ 1113909063 w 528"/>
              <a:gd name="T73" fmla="*/ 735885625 h 496"/>
              <a:gd name="T74" fmla="*/ 1134070313 w 528"/>
              <a:gd name="T75" fmla="*/ 635079375 h 496"/>
              <a:gd name="T76" fmla="*/ 1330642500 w 528"/>
              <a:gd name="T77" fmla="*/ 614918125 h 496"/>
              <a:gd name="T78" fmla="*/ 1325602188 w 528"/>
              <a:gd name="T79" fmla="*/ 514111875 h 496"/>
              <a:gd name="T80" fmla="*/ 1129030000 w 528"/>
              <a:gd name="T81" fmla="*/ 486390950 h 496"/>
              <a:gd name="T82" fmla="*/ 1108868750 w 528"/>
              <a:gd name="T83" fmla="*/ 408265313 h 496"/>
              <a:gd name="T84" fmla="*/ 1267639388 w 528"/>
              <a:gd name="T85" fmla="*/ 299899388 h 496"/>
              <a:gd name="T86" fmla="*/ 1214715313 w 528"/>
              <a:gd name="T87" fmla="*/ 206652813 h 496"/>
              <a:gd name="T88" fmla="*/ 1038304375 w 528"/>
              <a:gd name="T89" fmla="*/ 279738138 h 496"/>
              <a:gd name="T90" fmla="*/ 980341575 w 528"/>
              <a:gd name="T91" fmla="*/ 221773750 h 496"/>
              <a:gd name="T92" fmla="*/ 1071067200 w 528"/>
              <a:gd name="T93" fmla="*/ 52924075 h 496"/>
              <a:gd name="T94" fmla="*/ 985381888 w 528"/>
              <a:gd name="T95" fmla="*/ 0 h 496"/>
              <a:gd name="T96" fmla="*/ 844253138 w 528"/>
              <a:gd name="T97" fmla="*/ 141128750 h 49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1A42401-E37F-D67A-B4CA-DCED45217361}"/>
              </a:ext>
            </a:extLst>
          </p:cNvPr>
          <p:cNvSpPr>
            <a:spLocks/>
          </p:cNvSpPr>
          <p:nvPr/>
        </p:nvSpPr>
        <p:spPr bwMode="hidden">
          <a:xfrm>
            <a:off x="1192213" y="354013"/>
            <a:ext cx="2266950" cy="2270125"/>
          </a:xfrm>
          <a:custGeom>
            <a:avLst/>
            <a:gdLst>
              <a:gd name="T0" fmla="*/ 1412309850 w 2312"/>
              <a:gd name="T1" fmla="*/ 369895915 h 2313"/>
              <a:gd name="T2" fmla="*/ 1235410289 w 2312"/>
              <a:gd name="T3" fmla="*/ 329439009 h 2313"/>
              <a:gd name="T4" fmla="*/ 1211375913 w 2312"/>
              <a:gd name="T5" fmla="*/ 0 h 2313"/>
              <a:gd name="T6" fmla="*/ 995058681 w 2312"/>
              <a:gd name="T7" fmla="*/ 16375718 h 2313"/>
              <a:gd name="T8" fmla="*/ 978714481 w 2312"/>
              <a:gd name="T9" fmla="*/ 329439009 h 2313"/>
              <a:gd name="T10" fmla="*/ 834503319 w 2312"/>
              <a:gd name="T11" fmla="*/ 378565181 h 2313"/>
              <a:gd name="T12" fmla="*/ 625877244 w 2312"/>
              <a:gd name="T13" fmla="*/ 112702431 h 2313"/>
              <a:gd name="T14" fmla="*/ 481666083 w 2312"/>
              <a:gd name="T15" fmla="*/ 193617224 h 2313"/>
              <a:gd name="T16" fmla="*/ 618186087 w 2312"/>
              <a:gd name="T17" fmla="*/ 490304797 h 2313"/>
              <a:gd name="T18" fmla="*/ 522044659 w 2312"/>
              <a:gd name="T19" fmla="*/ 587595308 h 2313"/>
              <a:gd name="T20" fmla="*/ 208626075 w 2312"/>
              <a:gd name="T21" fmla="*/ 474891895 h 2313"/>
              <a:gd name="T22" fmla="*/ 136520004 w 2312"/>
              <a:gd name="T23" fmla="*/ 595300777 h 2313"/>
              <a:gd name="T24" fmla="*/ 376872593 w 2312"/>
              <a:gd name="T25" fmla="*/ 804330904 h 2313"/>
              <a:gd name="T26" fmla="*/ 337454922 w 2312"/>
              <a:gd name="T27" fmla="*/ 965196692 h 2313"/>
              <a:gd name="T28" fmla="*/ 7691157 w 2312"/>
              <a:gd name="T29" fmla="*/ 989278861 h 2313"/>
              <a:gd name="T30" fmla="*/ 0 w 2312"/>
              <a:gd name="T31" fmla="*/ 1166520367 h 2313"/>
              <a:gd name="T32" fmla="*/ 337454922 w 2312"/>
              <a:gd name="T33" fmla="*/ 1214683724 h 2313"/>
              <a:gd name="T34" fmla="*/ 369181436 w 2312"/>
              <a:gd name="T35" fmla="*/ 1366881227 h 2313"/>
              <a:gd name="T36" fmla="*/ 120175804 w 2312"/>
              <a:gd name="T37" fmla="*/ 1592286089 h 2313"/>
              <a:gd name="T38" fmla="*/ 208626075 w 2312"/>
              <a:gd name="T39" fmla="*/ 1729070690 h 2313"/>
              <a:gd name="T40" fmla="*/ 489357240 w 2312"/>
              <a:gd name="T41" fmla="*/ 1599992541 h 2313"/>
              <a:gd name="T42" fmla="*/ 594150730 w 2312"/>
              <a:gd name="T43" fmla="*/ 1704988521 h 2313"/>
              <a:gd name="T44" fmla="*/ 448977684 w 2312"/>
              <a:gd name="T45" fmla="*/ 1969888455 h 2313"/>
              <a:gd name="T46" fmla="*/ 585497688 w 2312"/>
              <a:gd name="T47" fmla="*/ 2082590887 h 2313"/>
              <a:gd name="T48" fmla="*/ 834503319 w 2312"/>
              <a:gd name="T49" fmla="*/ 1841773121 h 2313"/>
              <a:gd name="T50" fmla="*/ 978714481 w 2312"/>
              <a:gd name="T51" fmla="*/ 1889936478 h 2313"/>
              <a:gd name="T52" fmla="*/ 1011401900 w 2312"/>
              <a:gd name="T53" fmla="*/ 2147483646 h 2313"/>
              <a:gd name="T54" fmla="*/ 1227719132 w 2312"/>
              <a:gd name="T55" fmla="*/ 2147483646 h 2313"/>
              <a:gd name="T56" fmla="*/ 1251754489 w 2312"/>
              <a:gd name="T57" fmla="*/ 1882231008 h 2313"/>
              <a:gd name="T58" fmla="*/ 1436345207 w 2312"/>
              <a:gd name="T59" fmla="*/ 1834066670 h 2313"/>
              <a:gd name="T60" fmla="*/ 1653623344 w 2312"/>
              <a:gd name="T61" fmla="*/ 2074884435 h 2313"/>
              <a:gd name="T62" fmla="*/ 1797835486 w 2312"/>
              <a:gd name="T63" fmla="*/ 1986264173 h 2313"/>
              <a:gd name="T64" fmla="*/ 1653623344 w 2312"/>
              <a:gd name="T65" fmla="*/ 1697283051 h 2313"/>
              <a:gd name="T66" fmla="*/ 1749764772 w 2312"/>
              <a:gd name="T67" fmla="*/ 1575910371 h 2313"/>
              <a:gd name="T68" fmla="*/ 2038187094 w 2312"/>
              <a:gd name="T69" fmla="*/ 1712694972 h 2313"/>
              <a:gd name="T70" fmla="*/ 2126637365 w 2312"/>
              <a:gd name="T71" fmla="*/ 1560498451 h 2313"/>
              <a:gd name="T72" fmla="*/ 1862249419 w 2312"/>
              <a:gd name="T73" fmla="*/ 1366881227 h 2313"/>
              <a:gd name="T74" fmla="*/ 1893975933 w 2312"/>
              <a:gd name="T75" fmla="*/ 1198308987 h 2313"/>
              <a:gd name="T76" fmla="*/ 2147483646 w 2312"/>
              <a:gd name="T77" fmla="*/ 1166520367 h 2313"/>
              <a:gd name="T78" fmla="*/ 2147483646 w 2312"/>
              <a:gd name="T79" fmla="*/ 996985312 h 2313"/>
              <a:gd name="T80" fmla="*/ 1886284776 w 2312"/>
              <a:gd name="T81" fmla="*/ 948821955 h 2313"/>
              <a:gd name="T82" fmla="*/ 1853596376 w 2312"/>
              <a:gd name="T83" fmla="*/ 820706622 h 2313"/>
              <a:gd name="T84" fmla="*/ 2118945227 w 2312"/>
              <a:gd name="T85" fmla="*/ 635758664 h 2313"/>
              <a:gd name="T86" fmla="*/ 2030495937 w 2312"/>
              <a:gd name="T87" fmla="*/ 482598346 h 2313"/>
              <a:gd name="T88" fmla="*/ 1733420572 w 2312"/>
              <a:gd name="T89" fmla="*/ 603007228 h 2313"/>
              <a:gd name="T90" fmla="*/ 1637280125 w 2312"/>
              <a:gd name="T91" fmla="*/ 506680515 h 2313"/>
              <a:gd name="T92" fmla="*/ 1789182443 w 2312"/>
              <a:gd name="T93" fmla="*/ 225404863 h 2313"/>
              <a:gd name="T94" fmla="*/ 1644971282 w 2312"/>
              <a:gd name="T95" fmla="*/ 136784601 h 2313"/>
              <a:gd name="T96" fmla="*/ 1412309850 w 2312"/>
              <a:gd name="T97" fmla="*/ 369895915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977B96-5A63-220E-D304-6082A2CB53F4}"/>
              </a:ext>
            </a:extLst>
          </p:cNvPr>
          <p:cNvSpPr>
            <a:spLocks/>
          </p:cNvSpPr>
          <p:nvPr/>
        </p:nvSpPr>
        <p:spPr bwMode="hidden">
          <a:xfrm>
            <a:off x="2532063" y="1270000"/>
            <a:ext cx="3670300" cy="3671888"/>
          </a:xfrm>
          <a:custGeom>
            <a:avLst/>
            <a:gdLst>
              <a:gd name="T0" fmla="*/ 2147483646 w 2312"/>
              <a:gd name="T1" fmla="*/ 967740132 h 2313"/>
              <a:gd name="T2" fmla="*/ 2147483646 w 2312"/>
              <a:gd name="T3" fmla="*/ 861893555 h 2313"/>
              <a:gd name="T4" fmla="*/ 2147483646 w 2312"/>
              <a:gd name="T5" fmla="*/ 0 h 2313"/>
              <a:gd name="T6" fmla="*/ 2147483646 w 2312"/>
              <a:gd name="T7" fmla="*/ 42843456 h 2313"/>
              <a:gd name="T8" fmla="*/ 2147483646 w 2312"/>
              <a:gd name="T9" fmla="*/ 861893555 h 2313"/>
              <a:gd name="T10" fmla="*/ 2147483646 w 2312"/>
              <a:gd name="T11" fmla="*/ 990422335 h 2313"/>
              <a:gd name="T12" fmla="*/ 1640622513 w 2312"/>
              <a:gd name="T13" fmla="*/ 294859115 h 2313"/>
              <a:gd name="T14" fmla="*/ 1262599075 w 2312"/>
              <a:gd name="T15" fmla="*/ 506552269 h 2313"/>
              <a:gd name="T16" fmla="*/ 1620461263 w 2312"/>
              <a:gd name="T17" fmla="*/ 1282760500 h 2313"/>
              <a:gd name="T18" fmla="*/ 1368445638 w 2312"/>
              <a:gd name="T19" fmla="*/ 1537295522 h 2313"/>
              <a:gd name="T20" fmla="*/ 546874700 w 2312"/>
              <a:gd name="T21" fmla="*/ 1242437994 h 2313"/>
              <a:gd name="T22" fmla="*/ 357862188 w 2312"/>
              <a:gd name="T23" fmla="*/ 1557456775 h 2313"/>
              <a:gd name="T24" fmla="*/ 987901250 w 2312"/>
              <a:gd name="T25" fmla="*/ 2104331549 h 2313"/>
              <a:gd name="T26" fmla="*/ 884575638 w 2312"/>
              <a:gd name="T27" fmla="*/ 2147483646 h 2313"/>
              <a:gd name="T28" fmla="*/ 20161250 w 2312"/>
              <a:gd name="T29" fmla="*/ 2147483646 h 2313"/>
              <a:gd name="T30" fmla="*/ 0 w 2312"/>
              <a:gd name="T31" fmla="*/ 2147483646 h 2313"/>
              <a:gd name="T32" fmla="*/ 884575638 w 2312"/>
              <a:gd name="T33" fmla="*/ 2147483646 h 2313"/>
              <a:gd name="T34" fmla="*/ 967740000 w 2312"/>
              <a:gd name="T35" fmla="*/ 2147483646 h 2313"/>
              <a:gd name="T36" fmla="*/ 315020325 w 2312"/>
              <a:gd name="T37" fmla="*/ 2147483646 h 2313"/>
              <a:gd name="T38" fmla="*/ 546874700 w 2312"/>
              <a:gd name="T39" fmla="*/ 2147483646 h 2313"/>
              <a:gd name="T40" fmla="*/ 1282760325 w 2312"/>
              <a:gd name="T41" fmla="*/ 2147483646 h 2313"/>
              <a:gd name="T42" fmla="*/ 1557456563 w 2312"/>
              <a:gd name="T43" fmla="*/ 2147483646 h 2313"/>
              <a:gd name="T44" fmla="*/ 1176913763 w 2312"/>
              <a:gd name="T45" fmla="*/ 2147483646 h 2313"/>
              <a:gd name="T46" fmla="*/ 1534775950 w 2312"/>
              <a:gd name="T47" fmla="*/ 2147483646 h 2313"/>
              <a:gd name="T48" fmla="*/ 2147483646 w 2312"/>
              <a:gd name="T49" fmla="*/ 2147483646 h 2313"/>
              <a:gd name="T50" fmla="*/ 2147483646 w 2312"/>
              <a:gd name="T51" fmla="*/ 2147483646 h 2313"/>
              <a:gd name="T52" fmla="*/ 2147483646 w 2312"/>
              <a:gd name="T53" fmla="*/ 2147483646 h 2313"/>
              <a:gd name="T54" fmla="*/ 2147483646 w 2312"/>
              <a:gd name="T55" fmla="*/ 2147483646 h 2313"/>
              <a:gd name="T56" fmla="*/ 2147483646 w 2312"/>
              <a:gd name="T57" fmla="*/ 2147483646 h 2313"/>
              <a:gd name="T58" fmla="*/ 2147483646 w 2312"/>
              <a:gd name="T59" fmla="*/ 2147483646 h 2313"/>
              <a:gd name="T60" fmla="*/ 2147483646 w 2312"/>
              <a:gd name="T61" fmla="*/ 2147483646 h 2313"/>
              <a:gd name="T62" fmla="*/ 2147483646 w 2312"/>
              <a:gd name="T63" fmla="*/ 2147483646 h 2313"/>
              <a:gd name="T64" fmla="*/ 2147483646 w 2312"/>
              <a:gd name="T65" fmla="*/ 2147483646 h 2313"/>
              <a:gd name="T66" fmla="*/ 2147483646 w 2312"/>
              <a:gd name="T67" fmla="*/ 2147483646 h 2313"/>
              <a:gd name="T68" fmla="*/ 2147483646 w 2312"/>
              <a:gd name="T69" fmla="*/ 2147483646 h 2313"/>
              <a:gd name="T70" fmla="*/ 2147483646 w 2312"/>
              <a:gd name="T71" fmla="*/ 2147483646 h 2313"/>
              <a:gd name="T72" fmla="*/ 2147483646 w 2312"/>
              <a:gd name="T73" fmla="*/ 2147483646 h 2313"/>
              <a:gd name="T74" fmla="*/ 2147483646 w 2312"/>
              <a:gd name="T75" fmla="*/ 2147483646 h 2313"/>
              <a:gd name="T76" fmla="*/ 2147483646 w 2312"/>
              <a:gd name="T77" fmla="*/ 2147483646 h 2313"/>
              <a:gd name="T78" fmla="*/ 2147483646 w 2312"/>
              <a:gd name="T79" fmla="*/ 2147483646 h 2313"/>
              <a:gd name="T80" fmla="*/ 2147483646 w 2312"/>
              <a:gd name="T81" fmla="*/ 2147483646 h 2313"/>
              <a:gd name="T82" fmla="*/ 2147483646 w 2312"/>
              <a:gd name="T83" fmla="*/ 2147173417 h 2313"/>
              <a:gd name="T84" fmla="*/ 2147483646 w 2312"/>
              <a:gd name="T85" fmla="*/ 1663303351 h 2313"/>
              <a:gd name="T86" fmla="*/ 2147483646 w 2312"/>
              <a:gd name="T87" fmla="*/ 1262599247 h 2313"/>
              <a:gd name="T88" fmla="*/ 2147483646 w 2312"/>
              <a:gd name="T89" fmla="*/ 1577618027 h 2313"/>
              <a:gd name="T90" fmla="*/ 2147483646 w 2312"/>
              <a:gd name="T91" fmla="*/ 1325602368 h 2313"/>
              <a:gd name="T92" fmla="*/ 2147483646 w 2312"/>
              <a:gd name="T93" fmla="*/ 589716643 h 2313"/>
              <a:gd name="T94" fmla="*/ 2147483646 w 2312"/>
              <a:gd name="T95" fmla="*/ 357862236 h 2313"/>
              <a:gd name="T96" fmla="*/ 2147483646 w 2312"/>
              <a:gd name="T97" fmla="*/ 967740132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BDD257B-F9C2-E909-5274-7564E38F235B}"/>
              </a:ext>
            </a:extLst>
          </p:cNvPr>
          <p:cNvSpPr>
            <a:spLocks/>
          </p:cNvSpPr>
          <p:nvPr/>
        </p:nvSpPr>
        <p:spPr bwMode="hidden">
          <a:xfrm>
            <a:off x="3175" y="4797425"/>
            <a:ext cx="3417888" cy="2097088"/>
          </a:xfrm>
          <a:custGeom>
            <a:avLst/>
            <a:gdLst>
              <a:gd name="T0" fmla="*/ 2147483646 w 2153"/>
              <a:gd name="T1" fmla="*/ 902216153 h 1321"/>
              <a:gd name="T2" fmla="*/ 2147483646 w 2153"/>
              <a:gd name="T3" fmla="*/ 801409879 h 1321"/>
              <a:gd name="T4" fmla="*/ 2147483646 w 2153"/>
              <a:gd name="T5" fmla="*/ 0 h 1321"/>
              <a:gd name="T6" fmla="*/ 2147483646 w 2153"/>
              <a:gd name="T7" fmla="*/ 40322510 h 1321"/>
              <a:gd name="T8" fmla="*/ 2147483646 w 2153"/>
              <a:gd name="T9" fmla="*/ 801409879 h 1321"/>
              <a:gd name="T10" fmla="*/ 2036286548 w 2153"/>
              <a:gd name="T11" fmla="*/ 922377407 h 1321"/>
              <a:gd name="T12" fmla="*/ 1527214911 w 2153"/>
              <a:gd name="T13" fmla="*/ 274697890 h 1321"/>
              <a:gd name="T14" fmla="*/ 1176913935 w 2153"/>
              <a:gd name="T15" fmla="*/ 471270125 h 1321"/>
              <a:gd name="T16" fmla="*/ 1509574608 w 2153"/>
              <a:gd name="T17" fmla="*/ 1194554347 h 1321"/>
              <a:gd name="T18" fmla="*/ 1275199249 w 2153"/>
              <a:gd name="T19" fmla="*/ 1431449091 h 1321"/>
              <a:gd name="T20" fmla="*/ 509071637 w 2153"/>
              <a:gd name="T21" fmla="*/ 1156752788 h 1321"/>
              <a:gd name="T22" fmla="*/ 332660674 w 2153"/>
              <a:gd name="T23" fmla="*/ 1451610346 h 1321"/>
              <a:gd name="T24" fmla="*/ 919857960 w 2153"/>
              <a:gd name="T25" fmla="*/ 1960682030 h 1321"/>
              <a:gd name="T26" fmla="*/ 824092008 w 2153"/>
              <a:gd name="T27" fmla="*/ 2147483646 h 1321"/>
              <a:gd name="T28" fmla="*/ 17641890 w 2153"/>
              <a:gd name="T29" fmla="*/ 2147483646 h 1321"/>
              <a:gd name="T30" fmla="*/ 0 w 2153"/>
              <a:gd name="T31" fmla="*/ 2147483646 h 1321"/>
              <a:gd name="T32" fmla="*/ 824092008 w 2153"/>
              <a:gd name="T33" fmla="*/ 2147483646 h 1321"/>
              <a:gd name="T34" fmla="*/ 902216069 w 2153"/>
              <a:gd name="T35" fmla="*/ 2147483646 h 1321"/>
              <a:gd name="T36" fmla="*/ 2147483646 w 2153"/>
              <a:gd name="T37" fmla="*/ 2147483646 h 1321"/>
              <a:gd name="T38" fmla="*/ 2147483646 w 2153"/>
              <a:gd name="T39" fmla="*/ 2147483646 h 1321"/>
              <a:gd name="T40" fmla="*/ 2147483646 w 2153"/>
              <a:gd name="T41" fmla="*/ 2147483646 h 1321"/>
              <a:gd name="T42" fmla="*/ 2147483646 w 2153"/>
              <a:gd name="T43" fmla="*/ 2147483646 h 1321"/>
              <a:gd name="T44" fmla="*/ 2147483646 w 2153"/>
              <a:gd name="T45" fmla="*/ 2147483646 h 1321"/>
              <a:gd name="T46" fmla="*/ 2147483646 w 2153"/>
              <a:gd name="T47" fmla="*/ 1998485176 h 1321"/>
              <a:gd name="T48" fmla="*/ 2147483646 w 2153"/>
              <a:gd name="T49" fmla="*/ 1549897257 h 1321"/>
              <a:gd name="T50" fmla="*/ 2147483646 w 2153"/>
              <a:gd name="T51" fmla="*/ 1176914043 h 1321"/>
              <a:gd name="T52" fmla="*/ 2147483646 w 2153"/>
              <a:gd name="T53" fmla="*/ 1469252238 h 1321"/>
              <a:gd name="T54" fmla="*/ 2147483646 w 2153"/>
              <a:gd name="T55" fmla="*/ 1234876857 h 1321"/>
              <a:gd name="T56" fmla="*/ 2147483646 w 2153"/>
              <a:gd name="T57" fmla="*/ 549394193 h 1321"/>
              <a:gd name="T58" fmla="*/ 2147483646 w 2153"/>
              <a:gd name="T59" fmla="*/ 332660704 h 1321"/>
              <a:gd name="T60" fmla="*/ 2147483646 w 2153"/>
              <a:gd name="T61" fmla="*/ 902216153 h 132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DF58687-0C51-0EEA-94CA-4D6C7EAC456D}"/>
              </a:ext>
            </a:extLst>
          </p:cNvPr>
          <p:cNvSpPr>
            <a:spLocks/>
          </p:cNvSpPr>
          <p:nvPr/>
        </p:nvSpPr>
        <p:spPr bwMode="hidden">
          <a:xfrm>
            <a:off x="4494213" y="4425950"/>
            <a:ext cx="2263775" cy="2263775"/>
          </a:xfrm>
          <a:custGeom>
            <a:avLst/>
            <a:gdLst>
              <a:gd name="T0" fmla="*/ 1408356897 w 2312"/>
              <a:gd name="T1" fmla="*/ 367829672 h 2313"/>
              <a:gd name="T2" fmla="*/ 1231952817 w 2312"/>
              <a:gd name="T3" fmla="*/ 327598485 h 2313"/>
              <a:gd name="T4" fmla="*/ 1207984414 w 2312"/>
              <a:gd name="T5" fmla="*/ 0 h 2313"/>
              <a:gd name="T6" fmla="*/ 992272702 w 2312"/>
              <a:gd name="T7" fmla="*/ 16283912 h 2313"/>
              <a:gd name="T8" fmla="*/ 975974893 w 2312"/>
              <a:gd name="T9" fmla="*/ 327598485 h 2313"/>
              <a:gd name="T10" fmla="*/ 832167411 w 2312"/>
              <a:gd name="T11" fmla="*/ 376450221 h 2313"/>
              <a:gd name="T12" fmla="*/ 624125313 w 2312"/>
              <a:gd name="T13" fmla="*/ 112073011 h 2313"/>
              <a:gd name="T14" fmla="*/ 480317831 w 2312"/>
              <a:gd name="T15" fmla="*/ 192535385 h 2313"/>
              <a:gd name="T16" fmla="*/ 616455698 w 2312"/>
              <a:gd name="T17" fmla="*/ 487566046 h 2313"/>
              <a:gd name="T18" fmla="*/ 520584044 w 2312"/>
              <a:gd name="T19" fmla="*/ 584312332 h 2313"/>
              <a:gd name="T20" fmla="*/ 208042097 w 2312"/>
              <a:gd name="T21" fmla="*/ 472239320 h 2313"/>
              <a:gd name="T22" fmla="*/ 136137867 w 2312"/>
              <a:gd name="T23" fmla="*/ 591975694 h 2313"/>
              <a:gd name="T24" fmla="*/ 375817003 w 2312"/>
              <a:gd name="T25" fmla="*/ 799837805 h 2313"/>
              <a:gd name="T26" fmla="*/ 336510350 w 2312"/>
              <a:gd name="T27" fmla="*/ 959805366 h 2313"/>
              <a:gd name="T28" fmla="*/ 7669615 w 2312"/>
              <a:gd name="T29" fmla="*/ 983752641 h 2313"/>
              <a:gd name="T30" fmla="*/ 0 w 2312"/>
              <a:gd name="T31" fmla="*/ 1160004114 h 2313"/>
              <a:gd name="T32" fmla="*/ 336510350 w 2312"/>
              <a:gd name="T33" fmla="*/ 1207898664 h 2313"/>
              <a:gd name="T34" fmla="*/ 368147389 w 2312"/>
              <a:gd name="T35" fmla="*/ 1359244697 h 2313"/>
              <a:gd name="T36" fmla="*/ 119840058 w 2312"/>
              <a:gd name="T37" fmla="*/ 1583390720 h 2313"/>
              <a:gd name="T38" fmla="*/ 208042097 w 2312"/>
              <a:gd name="T39" fmla="*/ 1719411006 h 2313"/>
              <a:gd name="T40" fmla="*/ 487987446 w 2312"/>
              <a:gd name="T41" fmla="*/ 1591054082 h 2313"/>
              <a:gd name="T42" fmla="*/ 592487295 w 2312"/>
              <a:gd name="T43" fmla="*/ 1695463731 h 2313"/>
              <a:gd name="T44" fmla="*/ 447721234 w 2312"/>
              <a:gd name="T45" fmla="*/ 1958883754 h 2313"/>
              <a:gd name="T46" fmla="*/ 583859101 w 2312"/>
              <a:gd name="T47" fmla="*/ 2070956765 h 2313"/>
              <a:gd name="T48" fmla="*/ 832167411 w 2312"/>
              <a:gd name="T49" fmla="*/ 1831484017 h 2313"/>
              <a:gd name="T50" fmla="*/ 975974893 w 2312"/>
              <a:gd name="T51" fmla="*/ 1879378567 h 2313"/>
              <a:gd name="T52" fmla="*/ 1008571490 w 2312"/>
              <a:gd name="T53" fmla="*/ 2147483646 h 2313"/>
              <a:gd name="T54" fmla="*/ 1224283202 w 2312"/>
              <a:gd name="T55" fmla="*/ 2147483646 h 2313"/>
              <a:gd name="T56" fmla="*/ 1248250627 w 2312"/>
              <a:gd name="T57" fmla="*/ 1871715204 h 2313"/>
              <a:gd name="T58" fmla="*/ 1432324321 w 2312"/>
              <a:gd name="T59" fmla="*/ 1823820654 h 2313"/>
              <a:gd name="T60" fmla="*/ 1648994613 w 2312"/>
              <a:gd name="T61" fmla="*/ 2063293403 h 2313"/>
              <a:gd name="T62" fmla="*/ 1792802094 w 2312"/>
              <a:gd name="T63" fmla="*/ 1975167666 h 2313"/>
              <a:gd name="T64" fmla="*/ 1648994613 w 2312"/>
              <a:gd name="T65" fmla="*/ 1687800368 h 2313"/>
              <a:gd name="T66" fmla="*/ 1744866267 w 2312"/>
              <a:gd name="T67" fmla="*/ 1567106808 h 2313"/>
              <a:gd name="T68" fmla="*/ 2032482210 w 2312"/>
              <a:gd name="T69" fmla="*/ 1703127094 h 2313"/>
              <a:gd name="T70" fmla="*/ 2120684250 w 2312"/>
              <a:gd name="T71" fmla="*/ 1551780082 h 2313"/>
              <a:gd name="T72" fmla="*/ 1857036710 w 2312"/>
              <a:gd name="T73" fmla="*/ 1359244697 h 2313"/>
              <a:gd name="T74" fmla="*/ 1888674728 w 2312"/>
              <a:gd name="T75" fmla="*/ 1191613773 h 2313"/>
              <a:gd name="T76" fmla="*/ 2147483646 w 2312"/>
              <a:gd name="T77" fmla="*/ 1160004114 h 2313"/>
              <a:gd name="T78" fmla="*/ 2147483646 w 2312"/>
              <a:gd name="T79" fmla="*/ 991415025 h 2313"/>
              <a:gd name="T80" fmla="*/ 1881004134 w 2312"/>
              <a:gd name="T81" fmla="*/ 943520475 h 2313"/>
              <a:gd name="T82" fmla="*/ 1848408516 w 2312"/>
              <a:gd name="T83" fmla="*/ 816121717 h 2313"/>
              <a:gd name="T84" fmla="*/ 2113014635 w 2312"/>
              <a:gd name="T85" fmla="*/ 632206881 h 2313"/>
              <a:gd name="T86" fmla="*/ 2024812595 w 2312"/>
              <a:gd name="T87" fmla="*/ 479902683 h 2313"/>
              <a:gd name="T88" fmla="*/ 1728568458 w 2312"/>
              <a:gd name="T89" fmla="*/ 599639057 h 2313"/>
              <a:gd name="T90" fmla="*/ 1632696803 w 2312"/>
              <a:gd name="T91" fmla="*/ 503849958 h 2313"/>
              <a:gd name="T92" fmla="*/ 1784173900 w 2312"/>
              <a:gd name="T93" fmla="*/ 224146023 h 2313"/>
              <a:gd name="T94" fmla="*/ 1640366418 w 2312"/>
              <a:gd name="T95" fmla="*/ 136020286 h 2313"/>
              <a:gd name="T96" fmla="*/ 1408356897 w 2312"/>
              <a:gd name="T97" fmla="*/ 367829672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D961EBE-DBA9-DEE7-D4A2-EE7932647012}"/>
              </a:ext>
            </a:extLst>
          </p:cNvPr>
          <p:cNvSpPr>
            <a:spLocks/>
          </p:cNvSpPr>
          <p:nvPr/>
        </p:nvSpPr>
        <p:spPr bwMode="hidden">
          <a:xfrm>
            <a:off x="5646738" y="487363"/>
            <a:ext cx="2928937" cy="2930525"/>
          </a:xfrm>
          <a:custGeom>
            <a:avLst/>
            <a:gdLst>
              <a:gd name="T0" fmla="*/ 2147483646 w 2312"/>
              <a:gd name="T1" fmla="*/ 616411164 h 2313"/>
              <a:gd name="T2" fmla="*/ 2062279490 w 2312"/>
              <a:gd name="T3" fmla="*/ 548991352 h 2313"/>
              <a:gd name="T4" fmla="*/ 2022157361 w 2312"/>
              <a:gd name="T5" fmla="*/ 0 h 2313"/>
              <a:gd name="T6" fmla="*/ 1661058194 w 2312"/>
              <a:gd name="T7" fmla="*/ 27289485 h 2313"/>
              <a:gd name="T8" fmla="*/ 1633774234 w 2312"/>
              <a:gd name="T9" fmla="*/ 548991352 h 2313"/>
              <a:gd name="T10" fmla="*/ 1393041456 w 2312"/>
              <a:gd name="T11" fmla="*/ 630858539 h 2313"/>
              <a:gd name="T12" fmla="*/ 1044781725 w 2312"/>
              <a:gd name="T13" fmla="*/ 187813331 h 2313"/>
              <a:gd name="T14" fmla="*/ 804047681 w 2312"/>
              <a:gd name="T15" fmla="*/ 322652956 h 2313"/>
              <a:gd name="T16" fmla="*/ 1031942289 w 2312"/>
              <a:gd name="T17" fmla="*/ 817066606 h 2313"/>
              <a:gd name="T18" fmla="*/ 871453771 w 2312"/>
              <a:gd name="T19" fmla="*/ 979195716 h 2313"/>
              <a:gd name="T20" fmla="*/ 348260997 w 2312"/>
              <a:gd name="T21" fmla="*/ 791382385 h 2313"/>
              <a:gd name="T22" fmla="*/ 227893342 w 2312"/>
              <a:gd name="T23" fmla="*/ 992037826 h 2313"/>
              <a:gd name="T24" fmla="*/ 629115905 w 2312"/>
              <a:gd name="T25" fmla="*/ 1340373736 h 2313"/>
              <a:gd name="T26" fmla="*/ 563314903 w 2312"/>
              <a:gd name="T27" fmla="*/ 1608448990 h 2313"/>
              <a:gd name="T28" fmla="*/ 12839436 w 2312"/>
              <a:gd name="T29" fmla="*/ 1648580585 h 2313"/>
              <a:gd name="T30" fmla="*/ 0 w 2312"/>
              <a:gd name="T31" fmla="*/ 1943944057 h 2313"/>
              <a:gd name="T32" fmla="*/ 563314903 w 2312"/>
              <a:gd name="T33" fmla="*/ 2024205980 h 2313"/>
              <a:gd name="T34" fmla="*/ 616276469 w 2312"/>
              <a:gd name="T35" fmla="*/ 2147483646 h 2313"/>
              <a:gd name="T36" fmla="*/ 200610648 w 2312"/>
              <a:gd name="T37" fmla="*/ 2147483646 h 2313"/>
              <a:gd name="T38" fmla="*/ 348260997 w 2312"/>
              <a:gd name="T39" fmla="*/ 2147483646 h 2313"/>
              <a:gd name="T40" fmla="*/ 816887117 w 2312"/>
              <a:gd name="T41" fmla="*/ 2147483646 h 2313"/>
              <a:gd name="T42" fmla="*/ 991820160 w 2312"/>
              <a:gd name="T43" fmla="*/ 2147483646 h 2313"/>
              <a:gd name="T44" fmla="*/ 749482294 w 2312"/>
              <a:gd name="T45" fmla="*/ 2147483646 h 2313"/>
              <a:gd name="T46" fmla="*/ 977375635 w 2312"/>
              <a:gd name="T47" fmla="*/ 2147483646 h 2313"/>
              <a:gd name="T48" fmla="*/ 1393041456 w 2312"/>
              <a:gd name="T49" fmla="*/ 2147483646 h 2313"/>
              <a:gd name="T50" fmla="*/ 1633774234 w 2312"/>
              <a:gd name="T51" fmla="*/ 2147483646 h 2313"/>
              <a:gd name="T52" fmla="*/ 1688340887 w 2312"/>
              <a:gd name="T53" fmla="*/ 2147483646 h 2313"/>
              <a:gd name="T54" fmla="*/ 2049440054 w 2312"/>
              <a:gd name="T55" fmla="*/ 2147483646 h 2313"/>
              <a:gd name="T56" fmla="*/ 2089562184 w 2312"/>
              <a:gd name="T57" fmla="*/ 2147483646 h 2313"/>
              <a:gd name="T58" fmla="*/ 2147483646 w 2312"/>
              <a:gd name="T59" fmla="*/ 2147483646 h 2313"/>
              <a:gd name="T60" fmla="*/ 2147483646 w 2312"/>
              <a:gd name="T61" fmla="*/ 2147483646 h 2313"/>
              <a:gd name="T62" fmla="*/ 2147483646 w 2312"/>
              <a:gd name="T63" fmla="*/ 2147483646 h 2313"/>
              <a:gd name="T64" fmla="*/ 2147483646 w 2312"/>
              <a:gd name="T65" fmla="*/ 2147483646 h 2313"/>
              <a:gd name="T66" fmla="*/ 2147483646 w 2312"/>
              <a:gd name="T67" fmla="*/ 2147483646 h 2313"/>
              <a:gd name="T68" fmla="*/ 2147483646 w 2312"/>
              <a:gd name="T69" fmla="*/ 2147483646 h 2313"/>
              <a:gd name="T70" fmla="*/ 2147483646 w 2312"/>
              <a:gd name="T71" fmla="*/ 2147483646 h 2313"/>
              <a:gd name="T72" fmla="*/ 2147483646 w 2312"/>
              <a:gd name="T73" fmla="*/ 2147483646 h 2313"/>
              <a:gd name="T74" fmla="*/ 2147483646 w 2312"/>
              <a:gd name="T75" fmla="*/ 1996916496 h 2313"/>
              <a:gd name="T76" fmla="*/ 2147483646 w 2312"/>
              <a:gd name="T77" fmla="*/ 1943944057 h 2313"/>
              <a:gd name="T78" fmla="*/ 2147483646 w 2312"/>
              <a:gd name="T79" fmla="*/ 1661421429 h 2313"/>
              <a:gd name="T80" fmla="*/ 2147483646 w 2312"/>
              <a:gd name="T81" fmla="*/ 1581159506 h 2313"/>
              <a:gd name="T82" fmla="*/ 2147483646 w 2312"/>
              <a:gd name="T83" fmla="*/ 1367663221 h 2313"/>
              <a:gd name="T84" fmla="*/ 2147483646 w 2312"/>
              <a:gd name="T85" fmla="*/ 1059457639 h 2313"/>
              <a:gd name="T86" fmla="*/ 2147483646 w 2312"/>
              <a:gd name="T87" fmla="*/ 804224495 h 2313"/>
              <a:gd name="T88" fmla="*/ 2147483646 w 2312"/>
              <a:gd name="T89" fmla="*/ 1004879937 h 2313"/>
              <a:gd name="T90" fmla="*/ 2147483646 w 2312"/>
              <a:gd name="T91" fmla="*/ 844356090 h 2313"/>
              <a:gd name="T92" fmla="*/ 2147483646 w 2312"/>
              <a:gd name="T93" fmla="*/ 375625395 h 2313"/>
              <a:gd name="T94" fmla="*/ 2147483646 w 2312"/>
              <a:gd name="T95" fmla="*/ 227943659 h 2313"/>
              <a:gd name="T96" fmla="*/ 2147483646 w 2312"/>
              <a:gd name="T97" fmla="*/ 616411164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7D554F-DDC8-8506-71F4-126CB3B84115}"/>
              </a:ext>
            </a:extLst>
          </p:cNvPr>
          <p:cNvSpPr>
            <a:spLocks/>
          </p:cNvSpPr>
          <p:nvPr/>
        </p:nvSpPr>
        <p:spPr bwMode="hidden">
          <a:xfrm>
            <a:off x="7146925" y="2555875"/>
            <a:ext cx="2008188" cy="3997325"/>
          </a:xfrm>
          <a:custGeom>
            <a:avLst/>
            <a:gdLst>
              <a:gd name="T0" fmla="*/ 2147483646 w 1265"/>
              <a:gd name="T1" fmla="*/ 0 h 2518"/>
              <a:gd name="T2" fmla="*/ 2147483646 w 1265"/>
              <a:gd name="T3" fmla="*/ 45362813 h 2518"/>
              <a:gd name="T4" fmla="*/ 2147483646 w 1265"/>
              <a:gd name="T5" fmla="*/ 937498125 h 2518"/>
              <a:gd name="T6" fmla="*/ 2147483646 w 1265"/>
              <a:gd name="T7" fmla="*/ 1078626875 h 2518"/>
              <a:gd name="T8" fmla="*/ 1789311383 w 1265"/>
              <a:gd name="T9" fmla="*/ 320060638 h 2518"/>
              <a:gd name="T10" fmla="*/ 1376005655 w 1265"/>
              <a:gd name="T11" fmla="*/ 551915013 h 2518"/>
              <a:gd name="T12" fmla="*/ 1766630765 w 1265"/>
              <a:gd name="T13" fmla="*/ 1398687513 h 2518"/>
              <a:gd name="T14" fmla="*/ 1491932871 w 1265"/>
              <a:gd name="T15" fmla="*/ 1675904700 h 2518"/>
              <a:gd name="T16" fmla="*/ 597277974 w 1265"/>
              <a:gd name="T17" fmla="*/ 1353324700 h 2518"/>
              <a:gd name="T18" fmla="*/ 390625110 w 1265"/>
              <a:gd name="T19" fmla="*/ 1698585313 h 2518"/>
              <a:gd name="T20" fmla="*/ 1076107780 w 1265"/>
              <a:gd name="T21" fmla="*/ 2147483646 h 2518"/>
              <a:gd name="T22" fmla="*/ 965220878 w 1265"/>
              <a:gd name="T23" fmla="*/ 2147483646 h 2518"/>
              <a:gd name="T24" fmla="*/ 22682206 w 1265"/>
              <a:gd name="T25" fmla="*/ 2147483646 h 2518"/>
              <a:gd name="T26" fmla="*/ 0 w 1265"/>
              <a:gd name="T27" fmla="*/ 2147483646 h 2518"/>
              <a:gd name="T28" fmla="*/ 965220878 w 1265"/>
              <a:gd name="T29" fmla="*/ 2147483646 h 2518"/>
              <a:gd name="T30" fmla="*/ 1055946525 w 1265"/>
              <a:gd name="T31" fmla="*/ 2147483646 h 2518"/>
              <a:gd name="T32" fmla="*/ 342741335 w 1265"/>
              <a:gd name="T33" fmla="*/ 2147483646 h 2518"/>
              <a:gd name="T34" fmla="*/ 597277974 w 1265"/>
              <a:gd name="T35" fmla="*/ 2147483646 h 2518"/>
              <a:gd name="T36" fmla="*/ 1398687861 w 1265"/>
              <a:gd name="T37" fmla="*/ 2147483646 h 2518"/>
              <a:gd name="T38" fmla="*/ 1698585735 w 1265"/>
              <a:gd name="T39" fmla="*/ 2147483646 h 2518"/>
              <a:gd name="T40" fmla="*/ 1282760644 w 1265"/>
              <a:gd name="T41" fmla="*/ 2147483646 h 2518"/>
              <a:gd name="T42" fmla="*/ 1673384167 w 1265"/>
              <a:gd name="T43" fmla="*/ 2147483646 h 2518"/>
              <a:gd name="T44" fmla="*/ 2147483646 w 1265"/>
              <a:gd name="T45" fmla="*/ 2147483646 h 2518"/>
              <a:gd name="T46" fmla="*/ 2147483646 w 1265"/>
              <a:gd name="T47" fmla="*/ 2147483646 h 2518"/>
              <a:gd name="T48" fmla="*/ 2147483646 w 1265"/>
              <a:gd name="T49" fmla="*/ 2147483646 h 2518"/>
              <a:gd name="T50" fmla="*/ 2147483646 w 1265"/>
              <a:gd name="T51" fmla="*/ 2147483646 h 2518"/>
              <a:gd name="T52" fmla="*/ 2147483646 w 1265"/>
              <a:gd name="T53" fmla="*/ 0 h 251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DF00DD0-1EF8-CC73-3AE2-34E7C0F5A5FD}"/>
              </a:ext>
            </a:extLst>
          </p:cNvPr>
          <p:cNvSpPr>
            <a:spLocks/>
          </p:cNvSpPr>
          <p:nvPr/>
        </p:nvSpPr>
        <p:spPr bwMode="hidden">
          <a:xfrm rot="16200000">
            <a:off x="3977481" y="-853281"/>
            <a:ext cx="1722438" cy="3429000"/>
          </a:xfrm>
          <a:custGeom>
            <a:avLst/>
            <a:gdLst>
              <a:gd name="T0" fmla="*/ 2147483646 w 1265"/>
              <a:gd name="T1" fmla="*/ 0 h 2518"/>
              <a:gd name="T2" fmla="*/ 2091294353 w 1265"/>
              <a:gd name="T3" fmla="*/ 33380321 h 2518"/>
              <a:gd name="T4" fmla="*/ 2057922628 w 1265"/>
              <a:gd name="T5" fmla="*/ 689869044 h 2518"/>
              <a:gd name="T6" fmla="*/ 1753869430 w 1265"/>
              <a:gd name="T7" fmla="*/ 793719536 h 2518"/>
              <a:gd name="T8" fmla="*/ 1316329330 w 1265"/>
              <a:gd name="T9" fmla="*/ 235519735 h 2518"/>
              <a:gd name="T10" fmla="*/ 1012276132 w 1265"/>
              <a:gd name="T11" fmla="*/ 406132231 h 2518"/>
              <a:gd name="T12" fmla="*/ 1299642786 w 1265"/>
              <a:gd name="T13" fmla="*/ 1029239271 h 2518"/>
              <a:gd name="T14" fmla="*/ 1097559279 w 1265"/>
              <a:gd name="T15" fmla="*/ 1233233450 h 2518"/>
              <a:gd name="T16" fmla="*/ 439394615 w 1265"/>
              <a:gd name="T17" fmla="*/ 995858950 h 2518"/>
              <a:gd name="T18" fmla="*/ 287368016 w 1265"/>
              <a:gd name="T19" fmla="*/ 1249923610 h 2518"/>
              <a:gd name="T20" fmla="*/ 791651567 w 1265"/>
              <a:gd name="T21" fmla="*/ 1689436162 h 2518"/>
              <a:gd name="T22" fmla="*/ 710076087 w 1265"/>
              <a:gd name="T23" fmla="*/ 2026952986 h 2518"/>
              <a:gd name="T24" fmla="*/ 16685182 w 1265"/>
              <a:gd name="T25" fmla="*/ 2078878232 h 2518"/>
              <a:gd name="T26" fmla="*/ 0 w 1265"/>
              <a:gd name="T27" fmla="*/ 2147483646 h 2518"/>
              <a:gd name="T28" fmla="*/ 710076087 w 1265"/>
              <a:gd name="T29" fmla="*/ 2147483646 h 2518"/>
              <a:gd name="T30" fmla="*/ 776819538 w 1265"/>
              <a:gd name="T31" fmla="*/ 2147483646 h 2518"/>
              <a:gd name="T32" fmla="*/ 252141776 w 1265"/>
              <a:gd name="T33" fmla="*/ 2147483646 h 2518"/>
              <a:gd name="T34" fmla="*/ 439394615 w 1265"/>
              <a:gd name="T35" fmla="*/ 2147483646 h 2518"/>
              <a:gd name="T36" fmla="*/ 1028961314 w 1265"/>
              <a:gd name="T37" fmla="*/ 2147483646 h 2518"/>
              <a:gd name="T38" fmla="*/ 1249585878 w 1265"/>
              <a:gd name="T39" fmla="*/ 2147483646 h 2518"/>
              <a:gd name="T40" fmla="*/ 943678166 w 1265"/>
              <a:gd name="T41" fmla="*/ 2147483646 h 2518"/>
              <a:gd name="T42" fmla="*/ 1231046182 w 1265"/>
              <a:gd name="T43" fmla="*/ 2147483646 h 2518"/>
              <a:gd name="T44" fmla="*/ 1753869430 w 1265"/>
              <a:gd name="T45" fmla="*/ 2147483646 h 2518"/>
              <a:gd name="T46" fmla="*/ 2057922628 w 1265"/>
              <a:gd name="T47" fmla="*/ 2147483646 h 2518"/>
              <a:gd name="T48" fmla="*/ 2126520593 w 1265"/>
              <a:gd name="T49" fmla="*/ 2147483646 h 2518"/>
              <a:gd name="T50" fmla="*/ 2147483646 w 1265"/>
              <a:gd name="T51" fmla="*/ 2147483646 h 2518"/>
              <a:gd name="T52" fmla="*/ 2147483646 w 1265"/>
              <a:gd name="T53" fmla="*/ 0 h 251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1" descr="Facbanna">
            <a:extLst>
              <a:ext uri="{FF2B5EF4-FFF2-40B4-BE49-F238E27FC236}">
                <a16:creationId xmlns:a16="http://schemas.microsoft.com/office/drawing/2014/main" id="{45C7A1F5-3F84-7EAA-ED4C-0405912E7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3175" y="-3175"/>
            <a:ext cx="8032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143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433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41148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9888409-D5C5-369C-EA81-EEE3027A4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43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C3404D9-CA8B-931E-F89B-CAFB77A229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B5D3319B-0EBD-9D5C-C4B8-E0971620E7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3DFB045-2F16-41B8-AD45-8745AFECF7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20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3FD532F-AADA-2E81-25C2-830B4A4E9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B8428F1-9301-D193-1F5B-DA0A5BE88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E3F6BC7-B3A5-2303-8BCA-CE191CF4F9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7F9DA6-AD40-416E-8B97-F6FF0029DB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32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DC8829A-A628-AF1F-EAF4-5BA731D0FF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7A202E6-0BE7-A28B-C343-BBD2ADDBA3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D93AA68B-4972-742A-CB8D-24506D050B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284AE4-1684-4734-BD5D-A9318086A8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85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676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76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CAF66DB-FD4E-B453-0D30-C80BDDE585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BA996E0-3FC7-E4BE-05C1-A26907E32C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B5C6ED12-87C8-BD41-5D21-6232D1D1EC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8CF4A-FEFE-4EC0-B08F-B2E710A95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09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6ED472A-9965-5ED3-48C0-A4EC50E1B5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787C2DF2-C285-9C64-1900-3E780E0EA3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5DB16D3F-6E09-7540-CC85-DB085B602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BE6AD-E2B9-424A-84A2-A40F68C3A1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83F59AFD-DF43-031B-4C71-3596A8286C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44CD8BE4-2B23-96AE-B453-A62CB8631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8C82D302-DC97-CB2B-B250-2BB2675F3E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42CE5-CD30-4597-A27F-91E3CAC28E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55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D6737B07-C6FF-D35E-EE88-1095A0431E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2F95609A-51ED-157D-A0CB-B349B4A629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471F99C9-BE4F-073D-9D43-23A9DC61D7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3F7C00-3187-4D8C-A031-5FDC08E24F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81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CADACCD-6C2E-131B-C68A-EF938E385E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626EB8BF-F1F7-FEEA-4964-913C1A672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057A57F4-96FE-25A8-D7F4-9200690B43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0E623-37BB-436D-8138-C8081CE129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8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34BF339-666F-8A93-1FF8-5B474B2CE4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20292D6-9CC5-8898-C931-FAFE323D1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4F73FF60-D0DA-8F2F-DC99-082B8E52B4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7B684-2EC5-4115-9FD7-2EC9AA471D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4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78E6DBC-E5D0-1E4B-2655-A4021B5294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E3A1F994-016B-C372-E3EC-4548FC5FD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E87D2E4-B739-06E0-5A2D-5029D095DA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97143E-63F2-4C7B-BBD3-D8CDA6BE6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03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3048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BA9E906-B2C6-28FF-FADF-E8EC165E34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3E0509A-E0B2-1206-D16F-FE7F21C959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85FC50D-F0EF-B2B9-6904-420F2F3495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BF320-CDBC-4E8E-996F-F45695CD90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997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676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76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4D4EC3-DE46-86F0-217F-27E04C560E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EBD9DBF-D902-0365-AEE1-9201F427A3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7397136C-C9DC-ABE2-CD8E-846D56B642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1AFBC-F9C0-44DA-B1C2-0C867AE0BB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42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>
            <a:extLst>
              <a:ext uri="{FF2B5EF4-FFF2-40B4-BE49-F238E27FC236}">
                <a16:creationId xmlns:a16="http://schemas.microsoft.com/office/drawing/2014/main" id="{C6E3321C-21DC-0B3D-FCFD-70AE2C453029}"/>
              </a:ext>
            </a:extLst>
          </p:cNvPr>
          <p:cNvSpPr>
            <a:spLocks/>
          </p:cNvSpPr>
          <p:nvPr/>
        </p:nvSpPr>
        <p:spPr bwMode="hidden">
          <a:xfrm>
            <a:off x="-11113" y="1836738"/>
            <a:ext cx="2268538" cy="2709862"/>
          </a:xfrm>
          <a:custGeom>
            <a:avLst/>
            <a:gdLst>
              <a:gd name="T0" fmla="*/ 2036286699 w 1429"/>
              <a:gd name="T1" fmla="*/ 713203293 h 1707"/>
              <a:gd name="T2" fmla="*/ 1696066324 w 1429"/>
              <a:gd name="T3" fmla="*/ 635079258 h 1707"/>
              <a:gd name="T4" fmla="*/ 1648182551 w 1429"/>
              <a:gd name="T5" fmla="*/ 0 h 1707"/>
              <a:gd name="T6" fmla="*/ 1229836521 w 1429"/>
              <a:gd name="T7" fmla="*/ 32761231 h 1707"/>
              <a:gd name="T8" fmla="*/ 1199594639 w 1429"/>
              <a:gd name="T9" fmla="*/ 635079258 h 1707"/>
              <a:gd name="T10" fmla="*/ 919858028 w 1429"/>
              <a:gd name="T11" fmla="*/ 730845178 h 1707"/>
              <a:gd name="T12" fmla="*/ 519152302 w 1429"/>
              <a:gd name="T13" fmla="*/ 216733398 h 1707"/>
              <a:gd name="T14" fmla="*/ 239415690 w 1429"/>
              <a:gd name="T15" fmla="*/ 372983056 h 1707"/>
              <a:gd name="T16" fmla="*/ 504031361 w 1429"/>
              <a:gd name="T17" fmla="*/ 947578575 h 1707"/>
              <a:gd name="T18" fmla="*/ 317539757 w 1429"/>
              <a:gd name="T19" fmla="*/ 1134070103 h 1707"/>
              <a:gd name="T20" fmla="*/ 0 w 1429"/>
              <a:gd name="T21" fmla="*/ 1066025103 h 1707"/>
              <a:gd name="T22" fmla="*/ 0 w 1429"/>
              <a:gd name="T23" fmla="*/ 2147483646 h 1707"/>
              <a:gd name="T24" fmla="*/ 254536631 w 1429"/>
              <a:gd name="T25" fmla="*/ 2147483646 h 1707"/>
              <a:gd name="T26" fmla="*/ 456149176 w 1429"/>
              <a:gd name="T27" fmla="*/ 2147483646 h 1707"/>
              <a:gd name="T28" fmla="*/ 176410976 w 1429"/>
              <a:gd name="T29" fmla="*/ 2147483646 h 1707"/>
              <a:gd name="T30" fmla="*/ 441028235 w 1429"/>
              <a:gd name="T31" fmla="*/ 2147483646 h 1707"/>
              <a:gd name="T32" fmla="*/ 919858028 w 1429"/>
              <a:gd name="T33" fmla="*/ 2147483646 h 1707"/>
              <a:gd name="T34" fmla="*/ 1199594639 w 1429"/>
              <a:gd name="T35" fmla="*/ 2147483646 h 1707"/>
              <a:gd name="T36" fmla="*/ 1262599353 w 1429"/>
              <a:gd name="T37" fmla="*/ 2147483646 h 1707"/>
              <a:gd name="T38" fmla="*/ 1680945383 w 1429"/>
              <a:gd name="T39" fmla="*/ 2147483646 h 1707"/>
              <a:gd name="T40" fmla="*/ 1726308205 w 1429"/>
              <a:gd name="T41" fmla="*/ 2147483646 h 1707"/>
              <a:gd name="T42" fmla="*/ 2081649521 w 1429"/>
              <a:gd name="T43" fmla="*/ 2147483646 h 1707"/>
              <a:gd name="T44" fmla="*/ 2147483646 w 1429"/>
              <a:gd name="T45" fmla="*/ 2147483646 h 1707"/>
              <a:gd name="T46" fmla="*/ 2147483646 w 1429"/>
              <a:gd name="T47" fmla="*/ 2147483646 h 1707"/>
              <a:gd name="T48" fmla="*/ 2147483646 w 1429"/>
              <a:gd name="T49" fmla="*/ 2147483646 h 1707"/>
              <a:gd name="T50" fmla="*/ 2147483646 w 1429"/>
              <a:gd name="T51" fmla="*/ 2147483646 h 1707"/>
              <a:gd name="T52" fmla="*/ 2147483646 w 1429"/>
              <a:gd name="T53" fmla="*/ 2147483646 h 1707"/>
              <a:gd name="T54" fmla="*/ 2147483646 w 1429"/>
              <a:gd name="T55" fmla="*/ 2147483646 h 1707"/>
              <a:gd name="T56" fmla="*/ 2147483646 w 1429"/>
              <a:gd name="T57" fmla="*/ 2147483646 h 1707"/>
              <a:gd name="T58" fmla="*/ 2147483646 w 1429"/>
              <a:gd name="T59" fmla="*/ 2147483646 h 1707"/>
              <a:gd name="T60" fmla="*/ 2147483646 w 1429"/>
              <a:gd name="T61" fmla="*/ 2147483646 h 1707"/>
              <a:gd name="T62" fmla="*/ 2147483646 w 1429"/>
              <a:gd name="T63" fmla="*/ 1925399020 h 1707"/>
              <a:gd name="T64" fmla="*/ 2147483646 w 1429"/>
              <a:gd name="T65" fmla="*/ 1832152462 h 1707"/>
              <a:gd name="T66" fmla="*/ 2147483646 w 1429"/>
              <a:gd name="T67" fmla="*/ 1585177195 h 1707"/>
              <a:gd name="T68" fmla="*/ 2147483646 w 1429"/>
              <a:gd name="T69" fmla="*/ 1227315074 h 1707"/>
              <a:gd name="T70" fmla="*/ 2147483646 w 1429"/>
              <a:gd name="T71" fmla="*/ 932457640 h 1707"/>
              <a:gd name="T72" fmla="*/ 2147483646 w 1429"/>
              <a:gd name="T73" fmla="*/ 1164311973 h 1707"/>
              <a:gd name="T74" fmla="*/ 2147483646 w 1429"/>
              <a:gd name="T75" fmla="*/ 977820445 h 1707"/>
              <a:gd name="T76" fmla="*/ 2147483646 w 1429"/>
              <a:gd name="T77" fmla="*/ 435986157 h 1707"/>
              <a:gd name="T78" fmla="*/ 2147483646 w 1429"/>
              <a:gd name="T79" fmla="*/ 264615564 h 1707"/>
              <a:gd name="T80" fmla="*/ 2036286699 w 1429"/>
              <a:gd name="T81" fmla="*/ 713203293 h 1707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Freeform 3">
            <a:extLst>
              <a:ext uri="{FF2B5EF4-FFF2-40B4-BE49-F238E27FC236}">
                <a16:creationId xmlns:a16="http://schemas.microsoft.com/office/drawing/2014/main" id="{48A195D9-4A8E-909C-770A-EECA290C12C5}"/>
              </a:ext>
            </a:extLst>
          </p:cNvPr>
          <p:cNvSpPr>
            <a:spLocks/>
          </p:cNvSpPr>
          <p:nvPr/>
        </p:nvSpPr>
        <p:spPr bwMode="hidden">
          <a:xfrm>
            <a:off x="107950" y="15875"/>
            <a:ext cx="838200" cy="787400"/>
          </a:xfrm>
          <a:custGeom>
            <a:avLst/>
            <a:gdLst>
              <a:gd name="T0" fmla="*/ 844253138 w 528"/>
              <a:gd name="T1" fmla="*/ 141128750 h 496"/>
              <a:gd name="T2" fmla="*/ 738406575 w 528"/>
              <a:gd name="T3" fmla="*/ 115927188 h 496"/>
              <a:gd name="T4" fmla="*/ 725805000 w 528"/>
              <a:gd name="T5" fmla="*/ 0 h 496"/>
              <a:gd name="T6" fmla="*/ 599797188 w 528"/>
              <a:gd name="T7" fmla="*/ 0 h 496"/>
              <a:gd name="T8" fmla="*/ 584676250 w 528"/>
              <a:gd name="T9" fmla="*/ 115927188 h 496"/>
              <a:gd name="T10" fmla="*/ 498990938 w 528"/>
              <a:gd name="T11" fmla="*/ 146169063 h 496"/>
              <a:gd name="T12" fmla="*/ 367942813 w 528"/>
              <a:gd name="T13" fmla="*/ 0 h 496"/>
              <a:gd name="T14" fmla="*/ 287297813 w 528"/>
              <a:gd name="T15" fmla="*/ 35282188 h 496"/>
              <a:gd name="T16" fmla="*/ 370463763 w 528"/>
              <a:gd name="T17" fmla="*/ 211693125 h 496"/>
              <a:gd name="T18" fmla="*/ 312499375 w 528"/>
              <a:gd name="T19" fmla="*/ 269657513 h 496"/>
              <a:gd name="T20" fmla="*/ 126007813 w 528"/>
              <a:gd name="T21" fmla="*/ 204133450 h 496"/>
              <a:gd name="T22" fmla="*/ 80645000 w 528"/>
              <a:gd name="T23" fmla="*/ 274697825 h 496"/>
              <a:gd name="T24" fmla="*/ 226814063 w 528"/>
              <a:gd name="T25" fmla="*/ 400705638 h 496"/>
              <a:gd name="T26" fmla="*/ 201612500 w 528"/>
              <a:gd name="T27" fmla="*/ 496471575 h 496"/>
              <a:gd name="T28" fmla="*/ 5040313 w 528"/>
              <a:gd name="T29" fmla="*/ 509071563 h 496"/>
              <a:gd name="T30" fmla="*/ 0 w 528"/>
              <a:gd name="T31" fmla="*/ 614918125 h 496"/>
              <a:gd name="T32" fmla="*/ 201612500 w 528"/>
              <a:gd name="T33" fmla="*/ 645160000 h 496"/>
              <a:gd name="T34" fmla="*/ 221773750 w 528"/>
              <a:gd name="T35" fmla="*/ 735885625 h 496"/>
              <a:gd name="T36" fmla="*/ 73085325 w 528"/>
              <a:gd name="T37" fmla="*/ 869454700 h 496"/>
              <a:gd name="T38" fmla="*/ 126007813 w 528"/>
              <a:gd name="T39" fmla="*/ 952619063 h 496"/>
              <a:gd name="T40" fmla="*/ 292338125 w 528"/>
              <a:gd name="T41" fmla="*/ 874495013 h 496"/>
              <a:gd name="T42" fmla="*/ 355342825 w 528"/>
              <a:gd name="T43" fmla="*/ 937498125 h 496"/>
              <a:gd name="T44" fmla="*/ 269657513 w 528"/>
              <a:gd name="T45" fmla="*/ 1096268763 h 496"/>
              <a:gd name="T46" fmla="*/ 350302513 w 528"/>
              <a:gd name="T47" fmla="*/ 1164312188 h 496"/>
              <a:gd name="T48" fmla="*/ 498990938 w 528"/>
              <a:gd name="T49" fmla="*/ 1018143125 h 496"/>
              <a:gd name="T50" fmla="*/ 584676250 w 528"/>
              <a:gd name="T51" fmla="*/ 1048385000 h 496"/>
              <a:gd name="T52" fmla="*/ 604837500 w 528"/>
              <a:gd name="T53" fmla="*/ 1244957188 h 496"/>
              <a:gd name="T54" fmla="*/ 735885625 w 528"/>
              <a:gd name="T55" fmla="*/ 1249997500 h 496"/>
              <a:gd name="T56" fmla="*/ 748487200 w 528"/>
              <a:gd name="T57" fmla="*/ 1043344688 h 496"/>
              <a:gd name="T58" fmla="*/ 859374075 w 528"/>
              <a:gd name="T59" fmla="*/ 1015623763 h 496"/>
              <a:gd name="T60" fmla="*/ 990422200 w 528"/>
              <a:gd name="T61" fmla="*/ 1159271875 h 496"/>
              <a:gd name="T62" fmla="*/ 1076107513 w 528"/>
              <a:gd name="T63" fmla="*/ 1106349388 h 496"/>
              <a:gd name="T64" fmla="*/ 990422200 w 528"/>
              <a:gd name="T65" fmla="*/ 932457813 h 496"/>
              <a:gd name="T66" fmla="*/ 1048385000 w 528"/>
              <a:gd name="T67" fmla="*/ 859374075 h 496"/>
              <a:gd name="T68" fmla="*/ 1219755625 w 528"/>
              <a:gd name="T69" fmla="*/ 942538438 h 496"/>
              <a:gd name="T70" fmla="*/ 1272679700 w 528"/>
              <a:gd name="T71" fmla="*/ 851812813 h 496"/>
              <a:gd name="T72" fmla="*/ 1113909063 w 528"/>
              <a:gd name="T73" fmla="*/ 735885625 h 496"/>
              <a:gd name="T74" fmla="*/ 1134070313 w 528"/>
              <a:gd name="T75" fmla="*/ 635079375 h 496"/>
              <a:gd name="T76" fmla="*/ 1330642500 w 528"/>
              <a:gd name="T77" fmla="*/ 614918125 h 496"/>
              <a:gd name="T78" fmla="*/ 1325602188 w 528"/>
              <a:gd name="T79" fmla="*/ 514111875 h 496"/>
              <a:gd name="T80" fmla="*/ 1129030000 w 528"/>
              <a:gd name="T81" fmla="*/ 486390950 h 496"/>
              <a:gd name="T82" fmla="*/ 1108868750 w 528"/>
              <a:gd name="T83" fmla="*/ 408265313 h 496"/>
              <a:gd name="T84" fmla="*/ 1267639388 w 528"/>
              <a:gd name="T85" fmla="*/ 299899388 h 496"/>
              <a:gd name="T86" fmla="*/ 1214715313 w 528"/>
              <a:gd name="T87" fmla="*/ 206652813 h 496"/>
              <a:gd name="T88" fmla="*/ 1038304375 w 528"/>
              <a:gd name="T89" fmla="*/ 279738138 h 496"/>
              <a:gd name="T90" fmla="*/ 980341575 w 528"/>
              <a:gd name="T91" fmla="*/ 221773750 h 496"/>
              <a:gd name="T92" fmla="*/ 1071067200 w 528"/>
              <a:gd name="T93" fmla="*/ 52924075 h 496"/>
              <a:gd name="T94" fmla="*/ 985381888 w 528"/>
              <a:gd name="T95" fmla="*/ 0 h 496"/>
              <a:gd name="T96" fmla="*/ 844253138 w 528"/>
              <a:gd name="T97" fmla="*/ 141128750 h 49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Freeform 4">
            <a:extLst>
              <a:ext uri="{FF2B5EF4-FFF2-40B4-BE49-F238E27FC236}">
                <a16:creationId xmlns:a16="http://schemas.microsoft.com/office/drawing/2014/main" id="{30D384FD-9764-A7FA-CE2C-A927341EA951}"/>
              </a:ext>
            </a:extLst>
          </p:cNvPr>
          <p:cNvSpPr>
            <a:spLocks/>
          </p:cNvSpPr>
          <p:nvPr/>
        </p:nvSpPr>
        <p:spPr bwMode="hidden">
          <a:xfrm>
            <a:off x="1192213" y="354013"/>
            <a:ext cx="2266950" cy="2270125"/>
          </a:xfrm>
          <a:custGeom>
            <a:avLst/>
            <a:gdLst>
              <a:gd name="T0" fmla="*/ 1412309850 w 2312"/>
              <a:gd name="T1" fmla="*/ 369895915 h 2313"/>
              <a:gd name="T2" fmla="*/ 1235410289 w 2312"/>
              <a:gd name="T3" fmla="*/ 329439009 h 2313"/>
              <a:gd name="T4" fmla="*/ 1211375913 w 2312"/>
              <a:gd name="T5" fmla="*/ 0 h 2313"/>
              <a:gd name="T6" fmla="*/ 995058681 w 2312"/>
              <a:gd name="T7" fmla="*/ 16375718 h 2313"/>
              <a:gd name="T8" fmla="*/ 978714481 w 2312"/>
              <a:gd name="T9" fmla="*/ 329439009 h 2313"/>
              <a:gd name="T10" fmla="*/ 834503319 w 2312"/>
              <a:gd name="T11" fmla="*/ 378565181 h 2313"/>
              <a:gd name="T12" fmla="*/ 625877244 w 2312"/>
              <a:gd name="T13" fmla="*/ 112702431 h 2313"/>
              <a:gd name="T14" fmla="*/ 481666083 w 2312"/>
              <a:gd name="T15" fmla="*/ 193617224 h 2313"/>
              <a:gd name="T16" fmla="*/ 618186087 w 2312"/>
              <a:gd name="T17" fmla="*/ 490304797 h 2313"/>
              <a:gd name="T18" fmla="*/ 522044659 w 2312"/>
              <a:gd name="T19" fmla="*/ 587595308 h 2313"/>
              <a:gd name="T20" fmla="*/ 208626075 w 2312"/>
              <a:gd name="T21" fmla="*/ 474891895 h 2313"/>
              <a:gd name="T22" fmla="*/ 136520004 w 2312"/>
              <a:gd name="T23" fmla="*/ 595300777 h 2313"/>
              <a:gd name="T24" fmla="*/ 376872593 w 2312"/>
              <a:gd name="T25" fmla="*/ 804330904 h 2313"/>
              <a:gd name="T26" fmla="*/ 337454922 w 2312"/>
              <a:gd name="T27" fmla="*/ 965196692 h 2313"/>
              <a:gd name="T28" fmla="*/ 7691157 w 2312"/>
              <a:gd name="T29" fmla="*/ 989278861 h 2313"/>
              <a:gd name="T30" fmla="*/ 0 w 2312"/>
              <a:gd name="T31" fmla="*/ 1166520367 h 2313"/>
              <a:gd name="T32" fmla="*/ 337454922 w 2312"/>
              <a:gd name="T33" fmla="*/ 1214683724 h 2313"/>
              <a:gd name="T34" fmla="*/ 369181436 w 2312"/>
              <a:gd name="T35" fmla="*/ 1366881227 h 2313"/>
              <a:gd name="T36" fmla="*/ 120175804 w 2312"/>
              <a:gd name="T37" fmla="*/ 1592286089 h 2313"/>
              <a:gd name="T38" fmla="*/ 208626075 w 2312"/>
              <a:gd name="T39" fmla="*/ 1729070690 h 2313"/>
              <a:gd name="T40" fmla="*/ 489357240 w 2312"/>
              <a:gd name="T41" fmla="*/ 1599992541 h 2313"/>
              <a:gd name="T42" fmla="*/ 594150730 w 2312"/>
              <a:gd name="T43" fmla="*/ 1704988521 h 2313"/>
              <a:gd name="T44" fmla="*/ 448977684 w 2312"/>
              <a:gd name="T45" fmla="*/ 1969888455 h 2313"/>
              <a:gd name="T46" fmla="*/ 585497688 w 2312"/>
              <a:gd name="T47" fmla="*/ 2082590887 h 2313"/>
              <a:gd name="T48" fmla="*/ 834503319 w 2312"/>
              <a:gd name="T49" fmla="*/ 1841773121 h 2313"/>
              <a:gd name="T50" fmla="*/ 978714481 w 2312"/>
              <a:gd name="T51" fmla="*/ 1889936478 h 2313"/>
              <a:gd name="T52" fmla="*/ 1011401900 w 2312"/>
              <a:gd name="T53" fmla="*/ 2147483646 h 2313"/>
              <a:gd name="T54" fmla="*/ 1227719132 w 2312"/>
              <a:gd name="T55" fmla="*/ 2147483646 h 2313"/>
              <a:gd name="T56" fmla="*/ 1251754489 w 2312"/>
              <a:gd name="T57" fmla="*/ 1882231008 h 2313"/>
              <a:gd name="T58" fmla="*/ 1436345207 w 2312"/>
              <a:gd name="T59" fmla="*/ 1834066670 h 2313"/>
              <a:gd name="T60" fmla="*/ 1653623344 w 2312"/>
              <a:gd name="T61" fmla="*/ 2074884435 h 2313"/>
              <a:gd name="T62" fmla="*/ 1797835486 w 2312"/>
              <a:gd name="T63" fmla="*/ 1986264173 h 2313"/>
              <a:gd name="T64" fmla="*/ 1653623344 w 2312"/>
              <a:gd name="T65" fmla="*/ 1697283051 h 2313"/>
              <a:gd name="T66" fmla="*/ 1749764772 w 2312"/>
              <a:gd name="T67" fmla="*/ 1575910371 h 2313"/>
              <a:gd name="T68" fmla="*/ 2038187094 w 2312"/>
              <a:gd name="T69" fmla="*/ 1712694972 h 2313"/>
              <a:gd name="T70" fmla="*/ 2126637365 w 2312"/>
              <a:gd name="T71" fmla="*/ 1560498451 h 2313"/>
              <a:gd name="T72" fmla="*/ 1862249419 w 2312"/>
              <a:gd name="T73" fmla="*/ 1366881227 h 2313"/>
              <a:gd name="T74" fmla="*/ 1893975933 w 2312"/>
              <a:gd name="T75" fmla="*/ 1198308987 h 2313"/>
              <a:gd name="T76" fmla="*/ 2147483646 w 2312"/>
              <a:gd name="T77" fmla="*/ 1166520367 h 2313"/>
              <a:gd name="T78" fmla="*/ 2147483646 w 2312"/>
              <a:gd name="T79" fmla="*/ 996985312 h 2313"/>
              <a:gd name="T80" fmla="*/ 1886284776 w 2312"/>
              <a:gd name="T81" fmla="*/ 948821955 h 2313"/>
              <a:gd name="T82" fmla="*/ 1853596376 w 2312"/>
              <a:gd name="T83" fmla="*/ 820706622 h 2313"/>
              <a:gd name="T84" fmla="*/ 2118945227 w 2312"/>
              <a:gd name="T85" fmla="*/ 635758664 h 2313"/>
              <a:gd name="T86" fmla="*/ 2030495937 w 2312"/>
              <a:gd name="T87" fmla="*/ 482598346 h 2313"/>
              <a:gd name="T88" fmla="*/ 1733420572 w 2312"/>
              <a:gd name="T89" fmla="*/ 603007228 h 2313"/>
              <a:gd name="T90" fmla="*/ 1637280125 w 2312"/>
              <a:gd name="T91" fmla="*/ 506680515 h 2313"/>
              <a:gd name="T92" fmla="*/ 1789182443 w 2312"/>
              <a:gd name="T93" fmla="*/ 225404863 h 2313"/>
              <a:gd name="T94" fmla="*/ 1644971282 w 2312"/>
              <a:gd name="T95" fmla="*/ 136784601 h 2313"/>
              <a:gd name="T96" fmla="*/ 1412309850 w 2312"/>
              <a:gd name="T97" fmla="*/ 369895915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Freeform 5">
            <a:extLst>
              <a:ext uri="{FF2B5EF4-FFF2-40B4-BE49-F238E27FC236}">
                <a16:creationId xmlns:a16="http://schemas.microsoft.com/office/drawing/2014/main" id="{F82EE67F-699D-B9CE-9128-67EF70EE7E15}"/>
              </a:ext>
            </a:extLst>
          </p:cNvPr>
          <p:cNvSpPr>
            <a:spLocks/>
          </p:cNvSpPr>
          <p:nvPr/>
        </p:nvSpPr>
        <p:spPr bwMode="hidden">
          <a:xfrm>
            <a:off x="2532063" y="1270000"/>
            <a:ext cx="3670300" cy="3671888"/>
          </a:xfrm>
          <a:custGeom>
            <a:avLst/>
            <a:gdLst>
              <a:gd name="T0" fmla="*/ 2147483646 w 2312"/>
              <a:gd name="T1" fmla="*/ 967740132 h 2313"/>
              <a:gd name="T2" fmla="*/ 2147483646 w 2312"/>
              <a:gd name="T3" fmla="*/ 861893555 h 2313"/>
              <a:gd name="T4" fmla="*/ 2147483646 w 2312"/>
              <a:gd name="T5" fmla="*/ 0 h 2313"/>
              <a:gd name="T6" fmla="*/ 2147483646 w 2312"/>
              <a:gd name="T7" fmla="*/ 42843456 h 2313"/>
              <a:gd name="T8" fmla="*/ 2147483646 w 2312"/>
              <a:gd name="T9" fmla="*/ 861893555 h 2313"/>
              <a:gd name="T10" fmla="*/ 2147483646 w 2312"/>
              <a:gd name="T11" fmla="*/ 990422335 h 2313"/>
              <a:gd name="T12" fmla="*/ 1640622513 w 2312"/>
              <a:gd name="T13" fmla="*/ 294859115 h 2313"/>
              <a:gd name="T14" fmla="*/ 1262599075 w 2312"/>
              <a:gd name="T15" fmla="*/ 506552269 h 2313"/>
              <a:gd name="T16" fmla="*/ 1620461263 w 2312"/>
              <a:gd name="T17" fmla="*/ 1282760500 h 2313"/>
              <a:gd name="T18" fmla="*/ 1368445638 w 2312"/>
              <a:gd name="T19" fmla="*/ 1537295522 h 2313"/>
              <a:gd name="T20" fmla="*/ 546874700 w 2312"/>
              <a:gd name="T21" fmla="*/ 1242437994 h 2313"/>
              <a:gd name="T22" fmla="*/ 357862188 w 2312"/>
              <a:gd name="T23" fmla="*/ 1557456775 h 2313"/>
              <a:gd name="T24" fmla="*/ 987901250 w 2312"/>
              <a:gd name="T25" fmla="*/ 2104331549 h 2313"/>
              <a:gd name="T26" fmla="*/ 884575638 w 2312"/>
              <a:gd name="T27" fmla="*/ 2147483646 h 2313"/>
              <a:gd name="T28" fmla="*/ 20161250 w 2312"/>
              <a:gd name="T29" fmla="*/ 2147483646 h 2313"/>
              <a:gd name="T30" fmla="*/ 0 w 2312"/>
              <a:gd name="T31" fmla="*/ 2147483646 h 2313"/>
              <a:gd name="T32" fmla="*/ 884575638 w 2312"/>
              <a:gd name="T33" fmla="*/ 2147483646 h 2313"/>
              <a:gd name="T34" fmla="*/ 967740000 w 2312"/>
              <a:gd name="T35" fmla="*/ 2147483646 h 2313"/>
              <a:gd name="T36" fmla="*/ 315020325 w 2312"/>
              <a:gd name="T37" fmla="*/ 2147483646 h 2313"/>
              <a:gd name="T38" fmla="*/ 546874700 w 2312"/>
              <a:gd name="T39" fmla="*/ 2147483646 h 2313"/>
              <a:gd name="T40" fmla="*/ 1282760325 w 2312"/>
              <a:gd name="T41" fmla="*/ 2147483646 h 2313"/>
              <a:gd name="T42" fmla="*/ 1557456563 w 2312"/>
              <a:gd name="T43" fmla="*/ 2147483646 h 2313"/>
              <a:gd name="T44" fmla="*/ 1176913763 w 2312"/>
              <a:gd name="T45" fmla="*/ 2147483646 h 2313"/>
              <a:gd name="T46" fmla="*/ 1534775950 w 2312"/>
              <a:gd name="T47" fmla="*/ 2147483646 h 2313"/>
              <a:gd name="T48" fmla="*/ 2147483646 w 2312"/>
              <a:gd name="T49" fmla="*/ 2147483646 h 2313"/>
              <a:gd name="T50" fmla="*/ 2147483646 w 2312"/>
              <a:gd name="T51" fmla="*/ 2147483646 h 2313"/>
              <a:gd name="T52" fmla="*/ 2147483646 w 2312"/>
              <a:gd name="T53" fmla="*/ 2147483646 h 2313"/>
              <a:gd name="T54" fmla="*/ 2147483646 w 2312"/>
              <a:gd name="T55" fmla="*/ 2147483646 h 2313"/>
              <a:gd name="T56" fmla="*/ 2147483646 w 2312"/>
              <a:gd name="T57" fmla="*/ 2147483646 h 2313"/>
              <a:gd name="T58" fmla="*/ 2147483646 w 2312"/>
              <a:gd name="T59" fmla="*/ 2147483646 h 2313"/>
              <a:gd name="T60" fmla="*/ 2147483646 w 2312"/>
              <a:gd name="T61" fmla="*/ 2147483646 h 2313"/>
              <a:gd name="T62" fmla="*/ 2147483646 w 2312"/>
              <a:gd name="T63" fmla="*/ 2147483646 h 2313"/>
              <a:gd name="T64" fmla="*/ 2147483646 w 2312"/>
              <a:gd name="T65" fmla="*/ 2147483646 h 2313"/>
              <a:gd name="T66" fmla="*/ 2147483646 w 2312"/>
              <a:gd name="T67" fmla="*/ 2147483646 h 2313"/>
              <a:gd name="T68" fmla="*/ 2147483646 w 2312"/>
              <a:gd name="T69" fmla="*/ 2147483646 h 2313"/>
              <a:gd name="T70" fmla="*/ 2147483646 w 2312"/>
              <a:gd name="T71" fmla="*/ 2147483646 h 2313"/>
              <a:gd name="T72" fmla="*/ 2147483646 w 2312"/>
              <a:gd name="T73" fmla="*/ 2147483646 h 2313"/>
              <a:gd name="T74" fmla="*/ 2147483646 w 2312"/>
              <a:gd name="T75" fmla="*/ 2147483646 h 2313"/>
              <a:gd name="T76" fmla="*/ 2147483646 w 2312"/>
              <a:gd name="T77" fmla="*/ 2147483646 h 2313"/>
              <a:gd name="T78" fmla="*/ 2147483646 w 2312"/>
              <a:gd name="T79" fmla="*/ 2147483646 h 2313"/>
              <a:gd name="T80" fmla="*/ 2147483646 w 2312"/>
              <a:gd name="T81" fmla="*/ 2147483646 h 2313"/>
              <a:gd name="T82" fmla="*/ 2147483646 w 2312"/>
              <a:gd name="T83" fmla="*/ 2147173417 h 2313"/>
              <a:gd name="T84" fmla="*/ 2147483646 w 2312"/>
              <a:gd name="T85" fmla="*/ 1663303351 h 2313"/>
              <a:gd name="T86" fmla="*/ 2147483646 w 2312"/>
              <a:gd name="T87" fmla="*/ 1262599247 h 2313"/>
              <a:gd name="T88" fmla="*/ 2147483646 w 2312"/>
              <a:gd name="T89" fmla="*/ 1577618027 h 2313"/>
              <a:gd name="T90" fmla="*/ 2147483646 w 2312"/>
              <a:gd name="T91" fmla="*/ 1325602368 h 2313"/>
              <a:gd name="T92" fmla="*/ 2147483646 w 2312"/>
              <a:gd name="T93" fmla="*/ 589716643 h 2313"/>
              <a:gd name="T94" fmla="*/ 2147483646 w 2312"/>
              <a:gd name="T95" fmla="*/ 357862236 h 2313"/>
              <a:gd name="T96" fmla="*/ 2147483646 w 2312"/>
              <a:gd name="T97" fmla="*/ 967740132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Freeform 6">
            <a:extLst>
              <a:ext uri="{FF2B5EF4-FFF2-40B4-BE49-F238E27FC236}">
                <a16:creationId xmlns:a16="http://schemas.microsoft.com/office/drawing/2014/main" id="{AADD396A-EFAF-F8EA-6277-767D050C13C8}"/>
              </a:ext>
            </a:extLst>
          </p:cNvPr>
          <p:cNvSpPr>
            <a:spLocks/>
          </p:cNvSpPr>
          <p:nvPr/>
        </p:nvSpPr>
        <p:spPr bwMode="hidden">
          <a:xfrm>
            <a:off x="3175" y="4797425"/>
            <a:ext cx="3417888" cy="2097088"/>
          </a:xfrm>
          <a:custGeom>
            <a:avLst/>
            <a:gdLst>
              <a:gd name="T0" fmla="*/ 2147483646 w 2153"/>
              <a:gd name="T1" fmla="*/ 902216153 h 1321"/>
              <a:gd name="T2" fmla="*/ 2147483646 w 2153"/>
              <a:gd name="T3" fmla="*/ 801409879 h 1321"/>
              <a:gd name="T4" fmla="*/ 2147483646 w 2153"/>
              <a:gd name="T5" fmla="*/ 0 h 1321"/>
              <a:gd name="T6" fmla="*/ 2147483646 w 2153"/>
              <a:gd name="T7" fmla="*/ 40322510 h 1321"/>
              <a:gd name="T8" fmla="*/ 2147483646 w 2153"/>
              <a:gd name="T9" fmla="*/ 801409879 h 1321"/>
              <a:gd name="T10" fmla="*/ 2036286548 w 2153"/>
              <a:gd name="T11" fmla="*/ 922377407 h 1321"/>
              <a:gd name="T12" fmla="*/ 1527214911 w 2153"/>
              <a:gd name="T13" fmla="*/ 274697890 h 1321"/>
              <a:gd name="T14" fmla="*/ 1176913935 w 2153"/>
              <a:gd name="T15" fmla="*/ 471270125 h 1321"/>
              <a:gd name="T16" fmla="*/ 1509574608 w 2153"/>
              <a:gd name="T17" fmla="*/ 1194554347 h 1321"/>
              <a:gd name="T18" fmla="*/ 1275199249 w 2153"/>
              <a:gd name="T19" fmla="*/ 1431449091 h 1321"/>
              <a:gd name="T20" fmla="*/ 509071637 w 2153"/>
              <a:gd name="T21" fmla="*/ 1156752788 h 1321"/>
              <a:gd name="T22" fmla="*/ 332660674 w 2153"/>
              <a:gd name="T23" fmla="*/ 1451610346 h 1321"/>
              <a:gd name="T24" fmla="*/ 919857960 w 2153"/>
              <a:gd name="T25" fmla="*/ 1960682030 h 1321"/>
              <a:gd name="T26" fmla="*/ 824092008 w 2153"/>
              <a:gd name="T27" fmla="*/ 2147483646 h 1321"/>
              <a:gd name="T28" fmla="*/ 17641890 w 2153"/>
              <a:gd name="T29" fmla="*/ 2147483646 h 1321"/>
              <a:gd name="T30" fmla="*/ 0 w 2153"/>
              <a:gd name="T31" fmla="*/ 2147483646 h 1321"/>
              <a:gd name="T32" fmla="*/ 824092008 w 2153"/>
              <a:gd name="T33" fmla="*/ 2147483646 h 1321"/>
              <a:gd name="T34" fmla="*/ 902216069 w 2153"/>
              <a:gd name="T35" fmla="*/ 2147483646 h 1321"/>
              <a:gd name="T36" fmla="*/ 2147483646 w 2153"/>
              <a:gd name="T37" fmla="*/ 2147483646 h 1321"/>
              <a:gd name="T38" fmla="*/ 2147483646 w 2153"/>
              <a:gd name="T39" fmla="*/ 2147483646 h 1321"/>
              <a:gd name="T40" fmla="*/ 2147483646 w 2153"/>
              <a:gd name="T41" fmla="*/ 2147483646 h 1321"/>
              <a:gd name="T42" fmla="*/ 2147483646 w 2153"/>
              <a:gd name="T43" fmla="*/ 2147483646 h 1321"/>
              <a:gd name="T44" fmla="*/ 2147483646 w 2153"/>
              <a:gd name="T45" fmla="*/ 2147483646 h 1321"/>
              <a:gd name="T46" fmla="*/ 2147483646 w 2153"/>
              <a:gd name="T47" fmla="*/ 1998485176 h 1321"/>
              <a:gd name="T48" fmla="*/ 2147483646 w 2153"/>
              <a:gd name="T49" fmla="*/ 1549897257 h 1321"/>
              <a:gd name="T50" fmla="*/ 2147483646 w 2153"/>
              <a:gd name="T51" fmla="*/ 1176914043 h 1321"/>
              <a:gd name="T52" fmla="*/ 2147483646 w 2153"/>
              <a:gd name="T53" fmla="*/ 1469252238 h 1321"/>
              <a:gd name="T54" fmla="*/ 2147483646 w 2153"/>
              <a:gd name="T55" fmla="*/ 1234876857 h 1321"/>
              <a:gd name="T56" fmla="*/ 2147483646 w 2153"/>
              <a:gd name="T57" fmla="*/ 549394193 h 1321"/>
              <a:gd name="T58" fmla="*/ 2147483646 w 2153"/>
              <a:gd name="T59" fmla="*/ 332660704 h 1321"/>
              <a:gd name="T60" fmla="*/ 2147483646 w 2153"/>
              <a:gd name="T61" fmla="*/ 902216153 h 132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6CB754F4-7922-6915-A9CE-20921BA2E57A}"/>
              </a:ext>
            </a:extLst>
          </p:cNvPr>
          <p:cNvSpPr>
            <a:spLocks/>
          </p:cNvSpPr>
          <p:nvPr/>
        </p:nvSpPr>
        <p:spPr bwMode="hidden">
          <a:xfrm>
            <a:off x="4494213" y="4425950"/>
            <a:ext cx="2263775" cy="2263775"/>
          </a:xfrm>
          <a:custGeom>
            <a:avLst/>
            <a:gdLst>
              <a:gd name="T0" fmla="*/ 1408356897 w 2312"/>
              <a:gd name="T1" fmla="*/ 367829672 h 2313"/>
              <a:gd name="T2" fmla="*/ 1231952817 w 2312"/>
              <a:gd name="T3" fmla="*/ 327598485 h 2313"/>
              <a:gd name="T4" fmla="*/ 1207984414 w 2312"/>
              <a:gd name="T5" fmla="*/ 0 h 2313"/>
              <a:gd name="T6" fmla="*/ 992272702 w 2312"/>
              <a:gd name="T7" fmla="*/ 16283912 h 2313"/>
              <a:gd name="T8" fmla="*/ 975974893 w 2312"/>
              <a:gd name="T9" fmla="*/ 327598485 h 2313"/>
              <a:gd name="T10" fmla="*/ 832167411 w 2312"/>
              <a:gd name="T11" fmla="*/ 376450221 h 2313"/>
              <a:gd name="T12" fmla="*/ 624125313 w 2312"/>
              <a:gd name="T13" fmla="*/ 112073011 h 2313"/>
              <a:gd name="T14" fmla="*/ 480317831 w 2312"/>
              <a:gd name="T15" fmla="*/ 192535385 h 2313"/>
              <a:gd name="T16" fmla="*/ 616455698 w 2312"/>
              <a:gd name="T17" fmla="*/ 487566046 h 2313"/>
              <a:gd name="T18" fmla="*/ 520584044 w 2312"/>
              <a:gd name="T19" fmla="*/ 584312332 h 2313"/>
              <a:gd name="T20" fmla="*/ 208042097 w 2312"/>
              <a:gd name="T21" fmla="*/ 472239320 h 2313"/>
              <a:gd name="T22" fmla="*/ 136137867 w 2312"/>
              <a:gd name="T23" fmla="*/ 591975694 h 2313"/>
              <a:gd name="T24" fmla="*/ 375817003 w 2312"/>
              <a:gd name="T25" fmla="*/ 799837805 h 2313"/>
              <a:gd name="T26" fmla="*/ 336510350 w 2312"/>
              <a:gd name="T27" fmla="*/ 959805366 h 2313"/>
              <a:gd name="T28" fmla="*/ 7669615 w 2312"/>
              <a:gd name="T29" fmla="*/ 983752641 h 2313"/>
              <a:gd name="T30" fmla="*/ 0 w 2312"/>
              <a:gd name="T31" fmla="*/ 1160004114 h 2313"/>
              <a:gd name="T32" fmla="*/ 336510350 w 2312"/>
              <a:gd name="T33" fmla="*/ 1207898664 h 2313"/>
              <a:gd name="T34" fmla="*/ 368147389 w 2312"/>
              <a:gd name="T35" fmla="*/ 1359244697 h 2313"/>
              <a:gd name="T36" fmla="*/ 119840058 w 2312"/>
              <a:gd name="T37" fmla="*/ 1583390720 h 2313"/>
              <a:gd name="T38" fmla="*/ 208042097 w 2312"/>
              <a:gd name="T39" fmla="*/ 1719411006 h 2313"/>
              <a:gd name="T40" fmla="*/ 487987446 w 2312"/>
              <a:gd name="T41" fmla="*/ 1591054082 h 2313"/>
              <a:gd name="T42" fmla="*/ 592487295 w 2312"/>
              <a:gd name="T43" fmla="*/ 1695463731 h 2313"/>
              <a:gd name="T44" fmla="*/ 447721234 w 2312"/>
              <a:gd name="T45" fmla="*/ 1958883754 h 2313"/>
              <a:gd name="T46" fmla="*/ 583859101 w 2312"/>
              <a:gd name="T47" fmla="*/ 2070956765 h 2313"/>
              <a:gd name="T48" fmla="*/ 832167411 w 2312"/>
              <a:gd name="T49" fmla="*/ 1831484017 h 2313"/>
              <a:gd name="T50" fmla="*/ 975974893 w 2312"/>
              <a:gd name="T51" fmla="*/ 1879378567 h 2313"/>
              <a:gd name="T52" fmla="*/ 1008571490 w 2312"/>
              <a:gd name="T53" fmla="*/ 2147483646 h 2313"/>
              <a:gd name="T54" fmla="*/ 1224283202 w 2312"/>
              <a:gd name="T55" fmla="*/ 2147483646 h 2313"/>
              <a:gd name="T56" fmla="*/ 1248250627 w 2312"/>
              <a:gd name="T57" fmla="*/ 1871715204 h 2313"/>
              <a:gd name="T58" fmla="*/ 1432324321 w 2312"/>
              <a:gd name="T59" fmla="*/ 1823820654 h 2313"/>
              <a:gd name="T60" fmla="*/ 1648994613 w 2312"/>
              <a:gd name="T61" fmla="*/ 2063293403 h 2313"/>
              <a:gd name="T62" fmla="*/ 1792802094 w 2312"/>
              <a:gd name="T63" fmla="*/ 1975167666 h 2313"/>
              <a:gd name="T64" fmla="*/ 1648994613 w 2312"/>
              <a:gd name="T65" fmla="*/ 1687800368 h 2313"/>
              <a:gd name="T66" fmla="*/ 1744866267 w 2312"/>
              <a:gd name="T67" fmla="*/ 1567106808 h 2313"/>
              <a:gd name="T68" fmla="*/ 2032482210 w 2312"/>
              <a:gd name="T69" fmla="*/ 1703127094 h 2313"/>
              <a:gd name="T70" fmla="*/ 2120684250 w 2312"/>
              <a:gd name="T71" fmla="*/ 1551780082 h 2313"/>
              <a:gd name="T72" fmla="*/ 1857036710 w 2312"/>
              <a:gd name="T73" fmla="*/ 1359244697 h 2313"/>
              <a:gd name="T74" fmla="*/ 1888674728 w 2312"/>
              <a:gd name="T75" fmla="*/ 1191613773 h 2313"/>
              <a:gd name="T76" fmla="*/ 2147483646 w 2312"/>
              <a:gd name="T77" fmla="*/ 1160004114 h 2313"/>
              <a:gd name="T78" fmla="*/ 2147483646 w 2312"/>
              <a:gd name="T79" fmla="*/ 991415025 h 2313"/>
              <a:gd name="T80" fmla="*/ 1881004134 w 2312"/>
              <a:gd name="T81" fmla="*/ 943520475 h 2313"/>
              <a:gd name="T82" fmla="*/ 1848408516 w 2312"/>
              <a:gd name="T83" fmla="*/ 816121717 h 2313"/>
              <a:gd name="T84" fmla="*/ 2113014635 w 2312"/>
              <a:gd name="T85" fmla="*/ 632206881 h 2313"/>
              <a:gd name="T86" fmla="*/ 2024812595 w 2312"/>
              <a:gd name="T87" fmla="*/ 479902683 h 2313"/>
              <a:gd name="T88" fmla="*/ 1728568458 w 2312"/>
              <a:gd name="T89" fmla="*/ 599639057 h 2313"/>
              <a:gd name="T90" fmla="*/ 1632696803 w 2312"/>
              <a:gd name="T91" fmla="*/ 503849958 h 2313"/>
              <a:gd name="T92" fmla="*/ 1784173900 w 2312"/>
              <a:gd name="T93" fmla="*/ 224146023 h 2313"/>
              <a:gd name="T94" fmla="*/ 1640366418 w 2312"/>
              <a:gd name="T95" fmla="*/ 136020286 h 2313"/>
              <a:gd name="T96" fmla="*/ 1408356897 w 2312"/>
              <a:gd name="T97" fmla="*/ 367829672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7529E9F7-4289-B96A-8FB7-A8DF2764C00A}"/>
              </a:ext>
            </a:extLst>
          </p:cNvPr>
          <p:cNvSpPr>
            <a:spLocks/>
          </p:cNvSpPr>
          <p:nvPr/>
        </p:nvSpPr>
        <p:spPr bwMode="hidden">
          <a:xfrm>
            <a:off x="5646738" y="487363"/>
            <a:ext cx="2928937" cy="2930525"/>
          </a:xfrm>
          <a:custGeom>
            <a:avLst/>
            <a:gdLst>
              <a:gd name="T0" fmla="*/ 2147483646 w 2312"/>
              <a:gd name="T1" fmla="*/ 616411164 h 2313"/>
              <a:gd name="T2" fmla="*/ 2062279490 w 2312"/>
              <a:gd name="T3" fmla="*/ 548991352 h 2313"/>
              <a:gd name="T4" fmla="*/ 2022157361 w 2312"/>
              <a:gd name="T5" fmla="*/ 0 h 2313"/>
              <a:gd name="T6" fmla="*/ 1661058194 w 2312"/>
              <a:gd name="T7" fmla="*/ 27289485 h 2313"/>
              <a:gd name="T8" fmla="*/ 1633774234 w 2312"/>
              <a:gd name="T9" fmla="*/ 548991352 h 2313"/>
              <a:gd name="T10" fmla="*/ 1393041456 w 2312"/>
              <a:gd name="T11" fmla="*/ 630858539 h 2313"/>
              <a:gd name="T12" fmla="*/ 1044781725 w 2312"/>
              <a:gd name="T13" fmla="*/ 187813331 h 2313"/>
              <a:gd name="T14" fmla="*/ 804047681 w 2312"/>
              <a:gd name="T15" fmla="*/ 322652956 h 2313"/>
              <a:gd name="T16" fmla="*/ 1031942289 w 2312"/>
              <a:gd name="T17" fmla="*/ 817066606 h 2313"/>
              <a:gd name="T18" fmla="*/ 871453771 w 2312"/>
              <a:gd name="T19" fmla="*/ 979195716 h 2313"/>
              <a:gd name="T20" fmla="*/ 348260997 w 2312"/>
              <a:gd name="T21" fmla="*/ 791382385 h 2313"/>
              <a:gd name="T22" fmla="*/ 227893342 w 2312"/>
              <a:gd name="T23" fmla="*/ 992037826 h 2313"/>
              <a:gd name="T24" fmla="*/ 629115905 w 2312"/>
              <a:gd name="T25" fmla="*/ 1340373736 h 2313"/>
              <a:gd name="T26" fmla="*/ 563314903 w 2312"/>
              <a:gd name="T27" fmla="*/ 1608448990 h 2313"/>
              <a:gd name="T28" fmla="*/ 12839436 w 2312"/>
              <a:gd name="T29" fmla="*/ 1648580585 h 2313"/>
              <a:gd name="T30" fmla="*/ 0 w 2312"/>
              <a:gd name="T31" fmla="*/ 1943944057 h 2313"/>
              <a:gd name="T32" fmla="*/ 563314903 w 2312"/>
              <a:gd name="T33" fmla="*/ 2024205980 h 2313"/>
              <a:gd name="T34" fmla="*/ 616276469 w 2312"/>
              <a:gd name="T35" fmla="*/ 2147483646 h 2313"/>
              <a:gd name="T36" fmla="*/ 200610648 w 2312"/>
              <a:gd name="T37" fmla="*/ 2147483646 h 2313"/>
              <a:gd name="T38" fmla="*/ 348260997 w 2312"/>
              <a:gd name="T39" fmla="*/ 2147483646 h 2313"/>
              <a:gd name="T40" fmla="*/ 816887117 w 2312"/>
              <a:gd name="T41" fmla="*/ 2147483646 h 2313"/>
              <a:gd name="T42" fmla="*/ 991820160 w 2312"/>
              <a:gd name="T43" fmla="*/ 2147483646 h 2313"/>
              <a:gd name="T44" fmla="*/ 749482294 w 2312"/>
              <a:gd name="T45" fmla="*/ 2147483646 h 2313"/>
              <a:gd name="T46" fmla="*/ 977375635 w 2312"/>
              <a:gd name="T47" fmla="*/ 2147483646 h 2313"/>
              <a:gd name="T48" fmla="*/ 1393041456 w 2312"/>
              <a:gd name="T49" fmla="*/ 2147483646 h 2313"/>
              <a:gd name="T50" fmla="*/ 1633774234 w 2312"/>
              <a:gd name="T51" fmla="*/ 2147483646 h 2313"/>
              <a:gd name="T52" fmla="*/ 1688340887 w 2312"/>
              <a:gd name="T53" fmla="*/ 2147483646 h 2313"/>
              <a:gd name="T54" fmla="*/ 2049440054 w 2312"/>
              <a:gd name="T55" fmla="*/ 2147483646 h 2313"/>
              <a:gd name="T56" fmla="*/ 2089562184 w 2312"/>
              <a:gd name="T57" fmla="*/ 2147483646 h 2313"/>
              <a:gd name="T58" fmla="*/ 2147483646 w 2312"/>
              <a:gd name="T59" fmla="*/ 2147483646 h 2313"/>
              <a:gd name="T60" fmla="*/ 2147483646 w 2312"/>
              <a:gd name="T61" fmla="*/ 2147483646 h 2313"/>
              <a:gd name="T62" fmla="*/ 2147483646 w 2312"/>
              <a:gd name="T63" fmla="*/ 2147483646 h 2313"/>
              <a:gd name="T64" fmla="*/ 2147483646 w 2312"/>
              <a:gd name="T65" fmla="*/ 2147483646 h 2313"/>
              <a:gd name="T66" fmla="*/ 2147483646 w 2312"/>
              <a:gd name="T67" fmla="*/ 2147483646 h 2313"/>
              <a:gd name="T68" fmla="*/ 2147483646 w 2312"/>
              <a:gd name="T69" fmla="*/ 2147483646 h 2313"/>
              <a:gd name="T70" fmla="*/ 2147483646 w 2312"/>
              <a:gd name="T71" fmla="*/ 2147483646 h 2313"/>
              <a:gd name="T72" fmla="*/ 2147483646 w 2312"/>
              <a:gd name="T73" fmla="*/ 2147483646 h 2313"/>
              <a:gd name="T74" fmla="*/ 2147483646 w 2312"/>
              <a:gd name="T75" fmla="*/ 1996916496 h 2313"/>
              <a:gd name="T76" fmla="*/ 2147483646 w 2312"/>
              <a:gd name="T77" fmla="*/ 1943944057 h 2313"/>
              <a:gd name="T78" fmla="*/ 2147483646 w 2312"/>
              <a:gd name="T79" fmla="*/ 1661421429 h 2313"/>
              <a:gd name="T80" fmla="*/ 2147483646 w 2312"/>
              <a:gd name="T81" fmla="*/ 1581159506 h 2313"/>
              <a:gd name="T82" fmla="*/ 2147483646 w 2312"/>
              <a:gd name="T83" fmla="*/ 1367663221 h 2313"/>
              <a:gd name="T84" fmla="*/ 2147483646 w 2312"/>
              <a:gd name="T85" fmla="*/ 1059457639 h 2313"/>
              <a:gd name="T86" fmla="*/ 2147483646 w 2312"/>
              <a:gd name="T87" fmla="*/ 804224495 h 2313"/>
              <a:gd name="T88" fmla="*/ 2147483646 w 2312"/>
              <a:gd name="T89" fmla="*/ 1004879937 h 2313"/>
              <a:gd name="T90" fmla="*/ 2147483646 w 2312"/>
              <a:gd name="T91" fmla="*/ 844356090 h 2313"/>
              <a:gd name="T92" fmla="*/ 2147483646 w 2312"/>
              <a:gd name="T93" fmla="*/ 375625395 h 2313"/>
              <a:gd name="T94" fmla="*/ 2147483646 w 2312"/>
              <a:gd name="T95" fmla="*/ 227943659 h 2313"/>
              <a:gd name="T96" fmla="*/ 2147483646 w 2312"/>
              <a:gd name="T97" fmla="*/ 616411164 h 23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63EDDBC1-836D-5C64-88A3-8DF92BF7F7DB}"/>
              </a:ext>
            </a:extLst>
          </p:cNvPr>
          <p:cNvSpPr>
            <a:spLocks/>
          </p:cNvSpPr>
          <p:nvPr/>
        </p:nvSpPr>
        <p:spPr bwMode="hidden">
          <a:xfrm>
            <a:off x="7146925" y="2555875"/>
            <a:ext cx="2008188" cy="3997325"/>
          </a:xfrm>
          <a:custGeom>
            <a:avLst/>
            <a:gdLst>
              <a:gd name="T0" fmla="*/ 2147483646 w 1265"/>
              <a:gd name="T1" fmla="*/ 0 h 2518"/>
              <a:gd name="T2" fmla="*/ 2147483646 w 1265"/>
              <a:gd name="T3" fmla="*/ 45362813 h 2518"/>
              <a:gd name="T4" fmla="*/ 2147483646 w 1265"/>
              <a:gd name="T5" fmla="*/ 937498125 h 2518"/>
              <a:gd name="T6" fmla="*/ 2147483646 w 1265"/>
              <a:gd name="T7" fmla="*/ 1078626875 h 2518"/>
              <a:gd name="T8" fmla="*/ 1789311383 w 1265"/>
              <a:gd name="T9" fmla="*/ 320060638 h 2518"/>
              <a:gd name="T10" fmla="*/ 1376005655 w 1265"/>
              <a:gd name="T11" fmla="*/ 551915013 h 2518"/>
              <a:gd name="T12" fmla="*/ 1766630765 w 1265"/>
              <a:gd name="T13" fmla="*/ 1398687513 h 2518"/>
              <a:gd name="T14" fmla="*/ 1491932871 w 1265"/>
              <a:gd name="T15" fmla="*/ 1675904700 h 2518"/>
              <a:gd name="T16" fmla="*/ 597277974 w 1265"/>
              <a:gd name="T17" fmla="*/ 1353324700 h 2518"/>
              <a:gd name="T18" fmla="*/ 390625110 w 1265"/>
              <a:gd name="T19" fmla="*/ 1698585313 h 2518"/>
              <a:gd name="T20" fmla="*/ 1076107780 w 1265"/>
              <a:gd name="T21" fmla="*/ 2147483646 h 2518"/>
              <a:gd name="T22" fmla="*/ 965220878 w 1265"/>
              <a:gd name="T23" fmla="*/ 2147483646 h 2518"/>
              <a:gd name="T24" fmla="*/ 22682206 w 1265"/>
              <a:gd name="T25" fmla="*/ 2147483646 h 2518"/>
              <a:gd name="T26" fmla="*/ 0 w 1265"/>
              <a:gd name="T27" fmla="*/ 2147483646 h 2518"/>
              <a:gd name="T28" fmla="*/ 965220878 w 1265"/>
              <a:gd name="T29" fmla="*/ 2147483646 h 2518"/>
              <a:gd name="T30" fmla="*/ 1055946525 w 1265"/>
              <a:gd name="T31" fmla="*/ 2147483646 h 2518"/>
              <a:gd name="T32" fmla="*/ 342741335 w 1265"/>
              <a:gd name="T33" fmla="*/ 2147483646 h 2518"/>
              <a:gd name="T34" fmla="*/ 597277974 w 1265"/>
              <a:gd name="T35" fmla="*/ 2147483646 h 2518"/>
              <a:gd name="T36" fmla="*/ 1398687861 w 1265"/>
              <a:gd name="T37" fmla="*/ 2147483646 h 2518"/>
              <a:gd name="T38" fmla="*/ 1698585735 w 1265"/>
              <a:gd name="T39" fmla="*/ 2147483646 h 2518"/>
              <a:gd name="T40" fmla="*/ 1282760644 w 1265"/>
              <a:gd name="T41" fmla="*/ 2147483646 h 2518"/>
              <a:gd name="T42" fmla="*/ 1673384167 w 1265"/>
              <a:gd name="T43" fmla="*/ 2147483646 h 2518"/>
              <a:gd name="T44" fmla="*/ 2147483646 w 1265"/>
              <a:gd name="T45" fmla="*/ 2147483646 h 2518"/>
              <a:gd name="T46" fmla="*/ 2147483646 w 1265"/>
              <a:gd name="T47" fmla="*/ 2147483646 h 2518"/>
              <a:gd name="T48" fmla="*/ 2147483646 w 1265"/>
              <a:gd name="T49" fmla="*/ 2147483646 h 2518"/>
              <a:gd name="T50" fmla="*/ 2147483646 w 1265"/>
              <a:gd name="T51" fmla="*/ 2147483646 h 2518"/>
              <a:gd name="T52" fmla="*/ 2147483646 w 1265"/>
              <a:gd name="T53" fmla="*/ 0 h 251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 descr="Facbanna">
            <a:extLst>
              <a:ext uri="{FF2B5EF4-FFF2-40B4-BE49-F238E27FC236}">
                <a16:creationId xmlns:a16="http://schemas.microsoft.com/office/drawing/2014/main" id="{98323BA0-1F1B-DB15-A552-82DF45CDB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3175" y="-3175"/>
            <a:ext cx="8032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5597CE8B-DBD4-ACB2-7C0C-A630A466D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9AB82FC7-D8D7-1B07-8C05-86276A783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676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2349" name="Rectangle 13">
            <a:extLst>
              <a:ext uri="{FF2B5EF4-FFF2-40B4-BE49-F238E27FC236}">
                <a16:creationId xmlns:a16="http://schemas.microsoft.com/office/drawing/2014/main" id="{8734D709-7858-25A5-71CD-AC247F5163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2350" name="Rectangle 14">
            <a:extLst>
              <a:ext uri="{FF2B5EF4-FFF2-40B4-BE49-F238E27FC236}">
                <a16:creationId xmlns:a16="http://schemas.microsoft.com/office/drawing/2014/main" id="{F940DA61-A893-2300-1945-41B93566FA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2351" name="Rectangle 15">
            <a:extLst>
              <a:ext uri="{FF2B5EF4-FFF2-40B4-BE49-F238E27FC236}">
                <a16:creationId xmlns:a16="http://schemas.microsoft.com/office/drawing/2014/main" id="{2D220CA1-D156-7D92-F4A3-CB66A04CD7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B9EDDF56-5104-4A2C-BA49-318D6A4499C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4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usability.jameshom.com/question.ht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F83980A-202F-7DBF-5D66-C7FDA59C9E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User Interface Evaluation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4DD75B3-F89F-F4FD-C0F0-5423F0A1AF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Usability Testing Methods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http://usability.jameshom.com/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182C688-7AC6-2289-D60A-D97ABB274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AEC8854-62E1-AB6D-3EB3-039FF83CF7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7738" y="1582738"/>
            <a:ext cx="8196262" cy="4132262"/>
          </a:xfrm>
        </p:spPr>
        <p:txBody>
          <a:bodyPr/>
          <a:lstStyle/>
          <a:p>
            <a:pPr eaLnBrk="1" hangingPunct="1"/>
            <a:r>
              <a:rPr lang="en-US" altLang="en-US" sz="2800"/>
              <a:t>Caring out experiments to find out specific information about a design and/or product.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Basis comes from experimental psychology.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Uses statistical data methods</a:t>
            </a:r>
          </a:p>
          <a:p>
            <a:pPr lvl="1" eaLnBrk="1" hangingPunct="1"/>
            <a:r>
              <a:rPr lang="en-US" altLang="en-US" sz="2400"/>
              <a:t>Quantitative and Qualitative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381225-DA54-E09E-66D4-4A8AE0512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7855E36-3EA5-7FB9-A240-4FBCBA3A46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23938" y="1371600"/>
            <a:ext cx="8120062" cy="5275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usability testing, users work on specific tasks using the interface/product and evaluators use the results to evaluate and modify the interface/product.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Widely used in practice, but not appropriately used.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Often abused by developers that consider themselves to be usability experts.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Can be very expensive and time consuming.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73D44B2-1793-B1AF-B181-BFDFD013D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45B3394-443F-329E-CB7E-42EE10B4B27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19200" y="1905000"/>
            <a:ext cx="7696200" cy="4724400"/>
          </a:xfrm>
        </p:spPr>
        <p:txBody>
          <a:bodyPr/>
          <a:lstStyle/>
          <a:p>
            <a:pPr eaLnBrk="1" hangingPunct="1"/>
            <a:r>
              <a:rPr lang="en-US" altLang="en-US" sz="2800"/>
              <a:t>Performance Measurement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Thinking-aloud Protocol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Question-asking Protocol 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Coaching Method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7A3CBE-9CF8-08D9-D32F-EB955D5FC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ACEFA6F-371B-3B21-24E8-AD91CDEF7C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981200"/>
            <a:ext cx="5986463" cy="3962400"/>
          </a:xfrm>
        </p:spPr>
        <p:txBody>
          <a:bodyPr/>
          <a:lstStyle/>
          <a:p>
            <a:pPr eaLnBrk="1" hangingPunct="1"/>
            <a:r>
              <a:rPr lang="en-US" altLang="en-US" sz="2800"/>
              <a:t>Co-discovery Learning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Teaching Method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Retrospective Testing 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Remote Testing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BA364A5-B03A-6910-F8D4-AA80DD3DF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1111ADA-4C49-A8E3-C8B9-0E44A547F1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1752600"/>
            <a:ext cx="6062663" cy="42672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6.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C6F7F6F-2F7D-E3B8-5C89-994C14A82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4D32CBD-300D-9D94-1207-3262CACFD3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Yes</a:t>
            </a:r>
          </a:p>
          <a:p>
            <a:pPr lvl="1" eaLnBrk="1" hangingPunct="1"/>
            <a:r>
              <a:rPr lang="en-US" altLang="en-US" sz="2400"/>
              <a:t>Satisfaction:  No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F94A484-EECA-106A-F32D-3A8BFF5BE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C803122-CE97-711F-E019-A497B63AE52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Used to collect quantitative data.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Typically, you will be looking for benchmark data.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Objectives MUST be quantifiable </a:t>
            </a:r>
          </a:p>
          <a:p>
            <a:pPr lvl="1" eaLnBrk="1" hangingPunct="1"/>
            <a:r>
              <a:rPr lang="en-US" altLang="en-US" sz="2400"/>
              <a:t>75% of users shall be able to complete the basic task in less than 30 minutes.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613CEBF-A7EE-13E8-C3FD-51FBE51A8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5B66DD8-7B6D-4FB1-A713-ED843DB3B34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Define the goals that you expect users to perform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234F7E6-EA5A-41D4-23C5-1401111B1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4303160-3C99-3D5E-39A4-D534701A82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71538" y="1219200"/>
            <a:ext cx="8577262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Quantify the goals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time users take to complete a specific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Ratio between successful interactions and errors. </a:t>
            </a:r>
          </a:p>
          <a:p>
            <a:pPr lvl="1" eaLnBrk="1" hangingPunct="1"/>
            <a:r>
              <a:rPr lang="en-US" altLang="en-US" sz="2400"/>
              <a:t>The time spent recovering from errors. </a:t>
            </a:r>
          </a:p>
          <a:p>
            <a:pPr lvl="1" eaLnBrk="1" hangingPunct="1"/>
            <a:r>
              <a:rPr lang="en-US" altLang="en-US" sz="2400"/>
              <a:t>The number of user errors. </a:t>
            </a:r>
          </a:p>
          <a:p>
            <a:pPr lvl="1" eaLnBrk="1" hangingPunct="1"/>
            <a:r>
              <a:rPr lang="en-US" altLang="en-US" sz="2400"/>
              <a:t>The number of commands or other features that were never used by the user. </a:t>
            </a:r>
          </a:p>
          <a:p>
            <a:pPr lvl="1" eaLnBrk="1" hangingPunct="1"/>
            <a:r>
              <a:rPr lang="en-US" altLang="en-US" sz="2400"/>
              <a:t>The number of system features the user can remember during a debriefing after the test. </a:t>
            </a:r>
          </a:p>
          <a:p>
            <a:pPr lvl="1" eaLnBrk="1" hangingPunct="1"/>
            <a:r>
              <a:rPr lang="en-US" altLang="en-US" sz="2400"/>
              <a:t>The proportion of users who say that they would prefer using the system over some specified competitor.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6F09E25-2F2B-423F-9C01-FF696C128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A69927E-4E03-8708-5FC4-BF710673A4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Get participants for the experiments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Conduct very controlled experiments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All variables must remain consistent across users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http://www.cs.umd.edu/~zzj/PerfMeas.htm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49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DA7B012-FB8C-D8A4-1868-AA15C9E30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Measurement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6D8A5931-F27F-8155-E17E-49ABC0F1B7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Problems With Performance Measurement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No qualitative data.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E836A0B-627F-9201-2E53-117CFA527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DD1EBE4-5B89-E007-1381-215954CA57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81534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4.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1B8BFD8-14EC-370A-617A-AF205F4B5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999EEB5-45F5-19DA-AC9A-B81183EE7C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No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NOT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9555A09-14E3-99FB-9E3F-26D98B538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A3FCF3B-99EE-6F4F-6841-D6F137740C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Technique where the participant is asked to vocalize his or her thoughts, feelings, and opinions while interacting with the product. .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16D2441-6531-93AF-9A59-4F6B77935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67F46669-69D7-E327-51CD-EA25E35F55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participant to perform a task using the software.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0CE6D45-3D84-FCBF-DB33-B5D42AF02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415EE89-D52A-5F6B-B3FA-87B529DC6A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the task, ask the user to vocalize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Thoughts, opinions, feelings, etc.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http://www.cs.umd.edu/~zzj/ThinkAlo.htm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274BB2F-BCCE-90F4-F8A0-7F7D89E06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Thinking-aloud Protocol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F155BDA-57EE-1340-5B0B-8A49670D28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Thinking-Aloud Protocol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Cognitive Overload</a:t>
            </a:r>
          </a:p>
          <a:p>
            <a:pPr lvl="1" eaLnBrk="1" hangingPunct="1"/>
            <a:r>
              <a:rPr lang="en-US" altLang="en-US" sz="2400"/>
              <a:t>Can you walk &amp; chew gum at the same time?</a:t>
            </a:r>
          </a:p>
          <a:p>
            <a:pPr lvl="1" eaLnBrk="1" hangingPunct="1"/>
            <a:r>
              <a:rPr lang="en-US" altLang="en-US" sz="2400"/>
              <a:t>Asking the participants to do too much.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754389F-3CB4-8C47-CE37-318B12D57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0F72367-DF09-8975-6680-C4771828805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4.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2E32871-0EDE-18B9-BB17-99F9C4104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A2CECE-DF44-3BF8-A59C-637D87E42D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No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NOT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A77BA83-4A26-DE8B-A4B2-301BA607B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716013E-5C21-C4A5-B699-5D0E8FEC19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83058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Similar to Thinking-aloud protocol.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Instead of participant saying what they are thinking, the evaluator prompts the participant with questions while using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BAFE7BF-4B6B-8CFA-C1E2-3F249347E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E3E0BE-107F-A464-6063-920F34E95E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participant to perform a task using the software.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799F6D0-8949-16BA-90D2-CB977CD44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12F791EA-6CCD-0ABC-4ECC-74658B2611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the task, ask the user to questions about the product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Thoughts, opinions, feelings, etc.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http://www.cs.umd.edu/~zzj/Question.htm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0D329F6-83B6-5579-3F2E-A5E07D48B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Question-asking Protocol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D6BFD086-C345-D1BD-9AE9-9724AC7DAD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Thinking-Aloud Protocol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Cognitive Overload++</a:t>
            </a:r>
          </a:p>
          <a:p>
            <a:pPr lvl="1" eaLnBrk="1" hangingPunct="1"/>
            <a:r>
              <a:rPr lang="en-US" altLang="en-US" sz="2400"/>
              <a:t>Can you walk, chew gum &amp; talk at the same time?</a:t>
            </a:r>
          </a:p>
          <a:p>
            <a:pPr lvl="1" eaLnBrk="1" hangingPunct="1"/>
            <a:r>
              <a:rPr lang="en-US" altLang="en-US" sz="2400"/>
              <a:t>Asking the participants to do too much.</a:t>
            </a:r>
          </a:p>
          <a:p>
            <a:pPr lvl="1" eaLnBrk="1" hangingPunct="1"/>
            <a:r>
              <a:rPr lang="en-US" altLang="en-US" sz="2400"/>
              <a:t>Added pressure when the evaluator asks questions.</a:t>
            </a:r>
          </a:p>
          <a:p>
            <a:pPr lvl="1" eaLnBrk="1" hangingPunct="1"/>
            <a:r>
              <a:rPr lang="en-US" altLang="en-US" sz="2400"/>
              <a:t>Can be frustrating on novice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FA45489-715D-E419-7C2F-E885F42DE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F4433D0-7769-CB6C-1837-A6A6F791DB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4.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FCF0757-D7B4-7502-6A80-30666A85B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FB0C24-7ADD-AD11-10CC-045E87C298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81534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No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NOT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98484AC-960A-3E85-ACDB-26C675175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F848FD2B-13C7-CE21-E8E2-C509E07A42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 system expert sits with the participant and acts as a coach.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Expert answers the participant’s questions.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The evaluator observes their interaction.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D097E61-8EA1-93A4-8625-287CB06E9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36B21A22-35F4-7026-CE04-D38C2239EF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8305800" cy="52578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participant to perform a task using the software in the presence of a coach/expert.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1A439E5-13BC-D6A9-4F18-B46904B5F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50A3E55-62E9-97C7-494B-5CB51B215F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the task, the user will ask the expert questions about the product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http://www.cs.umd.edu/~zzj/Coaching.htm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D775B0-5C04-0106-05D6-B2B0077B4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Coaching Method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72455F3-5DE8-9B82-A18C-F78C69F6AF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Coaching Method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In reality, there will not be a coach present.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This is good for creating a coaching system, but not for evaluating the interface.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AA048AA-1B0A-6745-7FB8-57B4E5D2F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D5384ED-301E-261D-8B85-6984300F17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6.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0450198-A34C-103E-3846-123390D56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4F10293-A43F-C933-766D-017AD8222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No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NOT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56AB204-F9EB-8022-A946-795A1517C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8229600" cy="835025"/>
          </a:xfrm>
        </p:spPr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A22C4EB8-F64A-0F2E-4C08-1AAEEC7423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1430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Two test users attempt to perform tasks together while being observed.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They are to help each other in the same manner as they would if they were working together to accomplish a common goal using the product. 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They are encouraged to explain what they are thinking about while working on the tasks. </a:t>
            </a:r>
          </a:p>
          <a:p>
            <a:pPr lvl="1" eaLnBrk="1" hangingPunct="1"/>
            <a:r>
              <a:rPr lang="en-US" altLang="en-US" sz="2400"/>
              <a:t>Thinking Aloud, but more natural because of partner.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7683C26-69B1-F5E8-0868-2D00EBCAD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8F77F424-9AFF-E743-E0B1-26112101DE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participants to perform a task using the software.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A61AE6B-9C45-7254-0254-483D3227C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C9E9882-5BD8-6313-BB33-4AC1043964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the task, the users will help each other and voice their thoughts by talking to each other.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http://www.cs.umd.edu/~zzj/Codiscov.htm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D2C593B-E5FE-321A-480D-98E1D0521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Co-Discovery Learning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0F1D7999-DCD0-7D90-8442-50BA6F8024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81534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Co-Discovery Learning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Neither is an expert</a:t>
            </a:r>
          </a:p>
          <a:p>
            <a:pPr lvl="1" eaLnBrk="1" hangingPunct="1"/>
            <a:r>
              <a:rPr lang="en-US" altLang="en-US" sz="2400"/>
              <a:t>The blind leading the blind.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78BE9EA-F1A4-146C-1BC3-568066EFA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053ABF-61FC-C133-91C1-61A3B0EFAC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4.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D58A787-43E9-8721-8D12-CC0655A45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61E66D3-2A84-9326-1E21-003ABE64F8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No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is NOT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CD07D26-771B-D0DC-FA00-99E9BA239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D969F9D2-4685-5C5C-FA64-F990C81831B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You have 1 participant use the system.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participant to teach a new novice participant how to use the system.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3B3EEDC-67F6-94EC-E158-B6B90EF71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42D2FF62-AF17-D69E-E944-D4F6AECDA7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1</a:t>
            </a:r>
            <a:r>
              <a:rPr lang="en-US" altLang="en-US" sz="2800" baseline="30000"/>
              <a:t>st</a:t>
            </a:r>
            <a:r>
              <a:rPr lang="en-US" altLang="en-US" sz="2800"/>
              <a:t> participant to perform a task using the software.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Ask the 1</a:t>
            </a:r>
            <a:r>
              <a:rPr lang="en-US" altLang="en-US" sz="2800" baseline="30000"/>
              <a:t>st</a:t>
            </a:r>
            <a:r>
              <a:rPr lang="en-US" altLang="en-US" sz="2800"/>
              <a:t> participant to teach a new participant.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DF02FFF-B26B-9AC3-3EE8-17FDBCC09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41480AE-8887-52E3-7E56-D068B93A51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Observe their interactions.</a:t>
            </a:r>
          </a:p>
          <a:p>
            <a:pPr eaLnBrk="1" hangingPunct="1"/>
            <a:endParaRPr lang="en-US" altLang="en-US" sz="28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http://www.cs.umd.edu/~zzj/Teaching.htm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004A857-943F-8D5A-48AF-1E9B6F193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Teaching Method 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A27292A4-3CE3-1291-E4CC-FCE7ED5788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Teaching Method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Neither is an expert</a:t>
            </a:r>
          </a:p>
          <a:p>
            <a:pPr lvl="1" eaLnBrk="1" hangingPunct="1"/>
            <a:r>
              <a:rPr lang="en-US" altLang="en-US" sz="2400"/>
              <a:t>The blind leading the blind.</a:t>
            </a:r>
          </a:p>
          <a:p>
            <a:pPr lvl="1" eaLnBrk="1" hangingPunct="1"/>
            <a:r>
              <a:rPr lang="en-US" altLang="en-US" sz="2400"/>
              <a:t>Possible to discover some interesting things about the learn-ability of your interfaces.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468DFD-B8A7-062F-0A2A-C3196E4A0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5572AC4-7449-46E2-B6EC-4EA9D73ECA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4.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73AE699-5662-4580-0CF1-18B61B2C8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94EFBE3-FB03-CB79-F898-77FD4DB2FA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5240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Yes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can be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NOT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D0F0C2A-1F84-B4EB-52BA-BBF1EEDD7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8A5EFEFE-C53E-FDD3-8C4F-2E1D3DDE28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447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 videotape of the session is observed by the usability expert and the participants.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9685A7B-8AB3-8B43-AD6D-7AD66E77C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E172A01-560E-F835-0BCF-52E90D8FD0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524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participants, who will be involved?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Select the tasks and design scenarios.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Use one of the usability testing methods that we have discussed.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Videotape the session.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B2138C8-B0BA-E81A-D5A7-17C1D47BA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9444E54B-C1D5-20B0-274A-2A6A0BC0FB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8305800" cy="52578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Review the videotape with the users.</a:t>
            </a:r>
          </a:p>
          <a:p>
            <a:pPr eaLnBrk="1" hangingPunct="1"/>
            <a:endParaRPr lang="en-US" altLang="en-US" sz="28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http://www.cs.umd.edu/~zzj/Retrospe.htm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0BE4CB1-397C-1EAA-FB66-850A9D76A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Retrospective Testing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5B61135-DB4E-E589-D39A-A36B0E29F4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8305800" cy="52578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Retrospective Testing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Extremely time consuming!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D3F6DE4-BC4B-5D19-8396-47AEB64B1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AF04F10-CF93-9F44-65AC-9F6DF8F5CA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524000"/>
            <a:ext cx="83058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Applicable Stages:</a:t>
            </a:r>
          </a:p>
          <a:p>
            <a:pPr lvl="1" eaLnBrk="1" hangingPunct="1"/>
            <a:r>
              <a:rPr lang="en-US" altLang="en-US" sz="2400"/>
              <a:t>Design, Code, Test &amp; Deployment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Personnel</a:t>
            </a:r>
          </a:p>
          <a:p>
            <a:pPr lvl="1" eaLnBrk="1" hangingPunct="1"/>
            <a:r>
              <a:rPr lang="en-US" altLang="en-US" sz="2400"/>
              <a:t>Usability Experts, approximately 1.</a:t>
            </a:r>
          </a:p>
          <a:p>
            <a:pPr lvl="1" eaLnBrk="1" hangingPunct="1"/>
            <a:r>
              <a:rPr lang="en-US" altLang="en-US" sz="2400"/>
              <a:t>Developers, 0.</a:t>
            </a:r>
          </a:p>
          <a:p>
            <a:pPr lvl="1" eaLnBrk="1" hangingPunct="1"/>
            <a:r>
              <a:rPr lang="en-US" altLang="en-US" sz="2400"/>
              <a:t>Users, 5.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DCDE7E4-782D-3231-6237-8B8008A16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A4AD4B1-E1EC-9B6D-3197-D0701F4C47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Usability Issues Covered</a:t>
            </a:r>
          </a:p>
          <a:p>
            <a:pPr lvl="1" eaLnBrk="1" hangingPunct="1"/>
            <a:r>
              <a:rPr lang="en-US" altLang="en-US" sz="2400"/>
              <a:t>Effectiveness:  Yes</a:t>
            </a:r>
          </a:p>
          <a:p>
            <a:pPr lvl="1" eaLnBrk="1" hangingPunct="1"/>
            <a:r>
              <a:rPr lang="en-US" altLang="en-US" sz="2400"/>
              <a:t>Efficiency:  Yes</a:t>
            </a:r>
          </a:p>
          <a:p>
            <a:pPr lvl="1" eaLnBrk="1" hangingPunct="1"/>
            <a:r>
              <a:rPr lang="en-US" altLang="en-US" sz="2400"/>
              <a:t>Satisfaction:  Yes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Quantitative Data can be collected.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Can be conducted remotely.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B461ED8-1D40-684D-08BD-616E55CBF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315200" cy="1139825"/>
          </a:xfrm>
        </p:spPr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4A4E2444-BA9D-572D-8548-9E91AB6A6A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8153400" cy="5181600"/>
          </a:xfrm>
        </p:spPr>
        <p:txBody>
          <a:bodyPr/>
          <a:lstStyle/>
          <a:p>
            <a:pPr eaLnBrk="1" hangingPunct="1"/>
            <a:r>
              <a:rPr lang="en-US" altLang="en-US" sz="2800"/>
              <a:t>What is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The participants are separated from the evaluators.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No formal observation.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No usability lab.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0C375CA-BD18-56CA-A116-BCADCBDB1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D1DF53C3-4853-AC6C-DC8A-EA16720650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00138" y="1447800"/>
            <a:ext cx="8043862" cy="5410200"/>
          </a:xfrm>
        </p:spPr>
        <p:txBody>
          <a:bodyPr/>
          <a:lstStyle/>
          <a:p>
            <a:pPr eaLnBrk="1" hangingPunct="1"/>
            <a:r>
              <a:rPr lang="en-US" altLang="en-US" sz="2800"/>
              <a:t>How can I do it?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Give the product/software to participants.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Collect information about how they use your software/product.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Methods</a:t>
            </a:r>
          </a:p>
          <a:p>
            <a:pPr lvl="1" eaLnBrk="1" hangingPunct="1"/>
            <a:r>
              <a:rPr lang="en-US" altLang="en-US" sz="2400"/>
              <a:t>Same-Time Different Place</a:t>
            </a:r>
          </a:p>
          <a:p>
            <a:pPr lvl="1" eaLnBrk="1" hangingPunct="1"/>
            <a:r>
              <a:rPr lang="en-US" altLang="en-US" sz="2400"/>
              <a:t>Different-Time Different Place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A62207E0-6ADC-C599-4C67-166EAB29F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79FD07E2-0AB6-3B6D-2F8F-F713601E98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z="2400"/>
              <a:t>How can I do it?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Lotus Video Cam, Look@Me, SnagIt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Usability Logger</a:t>
            </a:r>
          </a:p>
          <a:p>
            <a:pPr lvl="1" eaLnBrk="1" hangingPunct="1"/>
            <a:r>
              <a:rPr lang="en-US" altLang="en-US" sz="2000"/>
              <a:t>http://www.usabletools.com/</a:t>
            </a:r>
          </a:p>
          <a:p>
            <a:pPr lvl="1" eaLnBrk="1" hangingPunct="1"/>
            <a:endParaRPr lang="en-US" altLang="en-US" sz="2000"/>
          </a:p>
          <a:p>
            <a:pPr eaLnBrk="1" hangingPunct="1"/>
            <a:r>
              <a:rPr lang="en-US" altLang="en-US" sz="2400"/>
              <a:t>Journaled Sessions</a:t>
            </a:r>
          </a:p>
          <a:p>
            <a:pPr eaLnBrk="1" hangingPunct="1"/>
            <a:endParaRPr lang="en-US" altLang="en-US" sz="2400"/>
          </a:p>
          <a:p>
            <a:pPr lvl="1" eaLnBrk="1" hangingPunct="1"/>
            <a:endParaRPr lang="en-US" altLang="en-US" sz="20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http://www.cs.umd.edu/~zzj/Retrospe.htm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7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5E6A6BC-FFA2-DE57-525B-1B9207089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Remote Testing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D122D818-99B8-EDD5-BA6C-DFD79BD07C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19200" y="1905000"/>
            <a:ext cx="6443663" cy="4343400"/>
          </a:xfrm>
        </p:spPr>
        <p:txBody>
          <a:bodyPr/>
          <a:lstStyle/>
          <a:p>
            <a:pPr eaLnBrk="1" hangingPunct="1"/>
            <a:r>
              <a:rPr lang="en-US" altLang="en-US" sz="2800"/>
              <a:t>Problem With Remote Testing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The evaluator is not there.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Can’t observe facial expressions.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Great for Web based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ECDE995-7A16-C5C1-2021-618A0A854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E8929664-92D3-8F1E-81CD-79DA6265A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/>
              <a:t>Select the method that works best for you.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Select the method that fits your implementation.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Be thorough during your experiments.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more data, the better.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2960401-ABDE-7034-39F0-0A45BF1AE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Usability Testing Methods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EF92CD11-F060-9282-53AD-90071FA0D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/>
              <a:t>Hawthorne Effect</a:t>
            </a:r>
          </a:p>
          <a:p>
            <a:pPr lvl="1" eaLnBrk="1" hangingPunct="1"/>
            <a:r>
              <a:rPr lang="en-US" altLang="en-US"/>
              <a:t>The tendency for people to improve their performance after any change when they know their performance is being studied.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2486092-7E0A-D0FF-FBAA-2C8E55DCC7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User Interface Evaluation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4EFAC38-7BAB-6C75-3508-AB3758A00E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Usability Testing Methods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hlinkClick r:id="rId2"/>
              </a:rPr>
              <a:t>http://usability.jameshom.com/</a:t>
            </a:r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Factory</Template>
  <TotalTime>472</TotalTime>
  <Words>1831</Words>
  <Application>Microsoft Office PowerPoint</Application>
  <PresentationFormat>On-screen Show (4:3)</PresentationFormat>
  <Paragraphs>479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 Narrow</vt:lpstr>
      <vt:lpstr>Arial</vt:lpstr>
      <vt:lpstr>Wingdings</vt:lpstr>
      <vt:lpstr>Calibri</vt:lpstr>
      <vt:lpstr>Factory</vt:lpstr>
      <vt:lpstr>User Interface Evaluation</vt:lpstr>
      <vt:lpstr>Usability Testing Methods</vt:lpstr>
      <vt:lpstr>Usability Testing Methods</vt:lpstr>
      <vt:lpstr>Usability Testing Methods</vt:lpstr>
      <vt:lpstr>Usability Testing Methods</vt:lpstr>
      <vt:lpstr>Performance Measurement</vt:lpstr>
      <vt:lpstr>Performance Measurement</vt:lpstr>
      <vt:lpstr>Performance Measurement</vt:lpstr>
      <vt:lpstr>Performance Measurement</vt:lpstr>
      <vt:lpstr>Performance Measurement</vt:lpstr>
      <vt:lpstr>Performance Measurement</vt:lpstr>
      <vt:lpstr>Performance Measurement</vt:lpstr>
      <vt:lpstr>Thinking-aloud Protocol</vt:lpstr>
      <vt:lpstr>Thinking-aloud Protocol</vt:lpstr>
      <vt:lpstr>Thinking-aloud Protocol</vt:lpstr>
      <vt:lpstr>Thinking-aloud Protocol</vt:lpstr>
      <vt:lpstr>Thinking-aloud Protocol</vt:lpstr>
      <vt:lpstr>Thinking-aloud Protocol</vt:lpstr>
      <vt:lpstr>Question-asking Protocol</vt:lpstr>
      <vt:lpstr>Question-asking Protocol</vt:lpstr>
      <vt:lpstr>Question-asking Protocol</vt:lpstr>
      <vt:lpstr>Question-asking Protocol</vt:lpstr>
      <vt:lpstr>Question-asking Protocol</vt:lpstr>
      <vt:lpstr>Question-asking Protocol</vt:lpstr>
      <vt:lpstr>Coaching Method</vt:lpstr>
      <vt:lpstr>Coaching Method</vt:lpstr>
      <vt:lpstr>Coaching Method</vt:lpstr>
      <vt:lpstr>Coaching Method</vt:lpstr>
      <vt:lpstr>Coaching Method</vt:lpstr>
      <vt:lpstr>Coaching Method</vt:lpstr>
      <vt:lpstr>Co-Discovery Learning</vt:lpstr>
      <vt:lpstr>Co-Discovery Learning</vt:lpstr>
      <vt:lpstr>Co-Discovery Learning</vt:lpstr>
      <vt:lpstr>Co-Discovery Learning</vt:lpstr>
      <vt:lpstr>Co-Discovery Learning</vt:lpstr>
      <vt:lpstr>Co-Discovery Learning</vt:lpstr>
      <vt:lpstr>Teaching Method </vt:lpstr>
      <vt:lpstr>Teaching Method </vt:lpstr>
      <vt:lpstr>Teaching Method </vt:lpstr>
      <vt:lpstr>Teaching Method </vt:lpstr>
      <vt:lpstr>Teaching Method </vt:lpstr>
      <vt:lpstr>Teaching Method </vt:lpstr>
      <vt:lpstr>Retrospective Testing</vt:lpstr>
      <vt:lpstr>Retrospective Testing</vt:lpstr>
      <vt:lpstr>Retrospective Testing</vt:lpstr>
      <vt:lpstr>Retrospective Testing</vt:lpstr>
      <vt:lpstr>Retrospective Testing</vt:lpstr>
      <vt:lpstr>Retrospective Testing</vt:lpstr>
      <vt:lpstr>Remote Testing</vt:lpstr>
      <vt:lpstr>Remote Testing</vt:lpstr>
      <vt:lpstr>Remote Testing</vt:lpstr>
      <vt:lpstr>Remote Testing</vt:lpstr>
      <vt:lpstr>Remote Testing</vt:lpstr>
      <vt:lpstr>Remote Testing</vt:lpstr>
      <vt:lpstr>Usability Testing Methods</vt:lpstr>
      <vt:lpstr>Usability Testing Methods</vt:lpstr>
      <vt:lpstr>User Interface Evaluation</vt:lpstr>
    </vt:vector>
  </TitlesOfParts>
  <Company>Auburn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 Evaluation</dc:title>
  <dc:creator>Juan E. Gilbert</dc:creator>
  <cp:lastModifiedBy>Lily Edgil</cp:lastModifiedBy>
  <cp:revision>98</cp:revision>
  <cp:lastPrinted>2017-11-10T17:51:35Z</cp:lastPrinted>
  <dcterms:created xsi:type="dcterms:W3CDTF">2002-03-29T15:42:58Z</dcterms:created>
  <dcterms:modified xsi:type="dcterms:W3CDTF">2026-03-27T18:33:32Z</dcterms:modified>
</cp:coreProperties>
</file>